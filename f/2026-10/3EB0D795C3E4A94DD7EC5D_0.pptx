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8" r:id="rId2"/>
    <p:sldId id="256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BDCA05-17F1-34B0-CBC3-35BAD51E4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BFB9E46-0556-AF3B-5ED7-FD2DEA4F4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A44587E-94BC-1230-0C2F-15F7AF8C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5326BC5-EB37-8B65-D06F-06886E86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F4B6B0-B3F6-2E71-DF20-25F0DCD8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371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41031B-EECC-82F3-8000-B6549A9E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32A2665-E3A8-1E7D-A067-D727B7A38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BC4D2A-E627-E400-F45A-AAA3F65B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DE8F12-0342-DAAD-5242-118E9B64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8BE080-9CF8-7597-1D81-BA1D3A44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39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B319C6-0707-8FD5-828A-FD2ABCBD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2D70E1D-E40A-FF6D-08E2-47604FB3F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9D3311-D087-1ADB-FB18-1566A4B94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8CC4CA1-0E5F-F171-24B7-CF68FEEF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3FC3CAC-ED48-2455-4E6C-E77A56B3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9293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BBA366-7E34-C720-869E-8601C493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E6D7943-45F1-5E94-9776-CB92D0EF6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C6045D9-4A3A-FA7D-C011-0FDB5DD74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41C4FAF-F33F-5B94-CB39-8115ECCD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8ED4458-061F-DB4E-5EBD-8C20E1F8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52DF54-3244-EBD5-5A28-9C8F8657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454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E02673-DA7E-AB60-779B-6A0B70D9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F0870C-8CD6-7744-4DD5-D70066A4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CFC7F3D-0052-BB26-F7C1-F55543F1F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8DE1B10-D624-F51E-6FC7-A41613B59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E3B6869-D8DB-67AB-5E94-AC9D3622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ED02C16-F629-0322-3D6C-CF00C6EE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52BA3FB-9108-E69E-1ADF-EFE9C20D0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EB85176-309B-63C2-357B-C9F5F263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562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2D2C2E-E823-A280-B519-39B69795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E873329-A9C3-18CF-B8C5-7915F1E5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DBAE431-C5C7-F095-6E00-15233061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B058301-14D1-531E-D979-F22BA1C6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015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3FAC9D2-C124-097D-452E-DB37050D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2B84389-AF8E-DE81-DD87-C0AC6984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60944EC-A4C1-5F87-2B8C-A4505A61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134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0A8676-9DDC-31D0-5F44-A7A19161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4DED07-3505-61A1-0D77-656C09D6D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A3FD985-1CFE-F0B7-00BF-EB6D46C8C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7C727E5-381F-17E6-A07D-4700C96B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D01438B-7DEE-AAD7-DDC2-298B3D0C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3A19B0B-A6D4-6D20-A643-F2D90C7C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294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6FD3AC-C93E-6D22-A709-FF6DF3A9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246E30C-9F14-5391-71EE-D41FC81EB8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3558585-DE78-6637-7DC6-E149DA21D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B20E3B9-E66B-116D-B8ED-4BCA41FC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C180338-D148-714F-45AA-966B2940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D9F4964-D203-1F93-317C-DC9AD96D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38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77865B-8A8C-E1F7-9ED2-BB645F12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750F52E-E166-419F-8A2B-D8D7AC292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4E39E1-4123-BDAD-AE15-EA9610A1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78E628-4C68-5ABE-2917-F1D291F1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AD5EB8-536A-9982-8E5E-6CF818B9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113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C803C48-3D68-BB65-C32E-1BC804046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AFE3125-5472-78A2-30FF-15BB94320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8A85CB3-FE5B-FB54-45AB-BD735C7B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263CDB9-B355-D94F-2413-5C1BB66F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CE0F24E-5A82-A003-1917-1C6F7724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474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58F3376-0651-8CCE-2D2F-54094A89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CE40EFE-17A6-E51A-D3CF-BA6F56ACB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FA8C639-F708-33E4-91DD-94F0C58E5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69E09-F151-4B83-BD73-6F6B3C112565}" type="datetimeFigureOut">
              <a:rPr lang="he-IL" smtClean="0"/>
              <a:t>ט"ו/חשון/תשפ"ז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064DCF-8A38-34A3-0492-0D3E3C9A6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BFB43E0-488E-38D8-734A-60C88C04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2B934-7F63-4CEC-850E-2856CE9BE4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219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F4A8932-C0F1-1068-2745-A1232CAB3BD7}"/>
              </a:ext>
            </a:extLst>
          </p:cNvPr>
          <p:cNvSpPr txBox="1"/>
          <p:nvPr/>
        </p:nvSpPr>
        <p:spPr>
          <a:xfrm>
            <a:off x="7407333" y="6110962"/>
            <a:ext cx="1989648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he-IL" sz="1600" b="1" dirty="0"/>
              <a:t>הדברים מופיעים להלן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B872CC49-B554-6BAC-1336-A712D353C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019" y="335332"/>
            <a:ext cx="6601962" cy="56539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31FC714-D653-69AE-C021-64D256A4CBF7}"/>
              </a:ext>
            </a:extLst>
          </p:cNvPr>
          <p:cNvSpPr txBox="1"/>
          <p:nvPr/>
        </p:nvSpPr>
        <p:spPr>
          <a:xfrm>
            <a:off x="2699502" y="5989320"/>
            <a:ext cx="1406154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/>
              <a:t>כתב: רפי קפלן</a:t>
            </a:r>
          </a:p>
        </p:txBody>
      </p:sp>
    </p:spTree>
    <p:extLst>
      <p:ext uri="{BB962C8B-B14F-4D97-AF65-F5344CB8AC3E}">
        <p14:creationId xmlns:p14="http://schemas.microsoft.com/office/powerpoint/2010/main" val="339053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0976F18F-3DA1-FFCF-1A66-0BF43BDF7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>
            <a:fillRect/>
          </a:stretch>
        </p:blipFill>
        <p:spPr bwMode="auto">
          <a:xfrm>
            <a:off x="2573689" y="405829"/>
            <a:ext cx="7044621" cy="5850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150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03E73BFA-6E98-1613-15BF-AFF805F3B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62467"/>
            <a:ext cx="8421275" cy="60587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329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11CE744-9AB0-EC0C-8EE9-0D0473B25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71117"/>
            <a:ext cx="8421275" cy="49441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120A28F-1CDD-46A4-1CFF-0A26F71A92A2}"/>
              </a:ext>
            </a:extLst>
          </p:cNvPr>
          <p:cNvSpPr txBox="1"/>
          <p:nvPr/>
        </p:nvSpPr>
        <p:spPr>
          <a:xfrm>
            <a:off x="1747032" y="5285232"/>
            <a:ext cx="3044424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400" b="1" dirty="0"/>
              <a:t>תנועת אורות, מעט מן האור, פרשת וירא</a:t>
            </a:r>
          </a:p>
        </p:txBody>
      </p:sp>
    </p:spTree>
    <p:extLst>
      <p:ext uri="{BB962C8B-B14F-4D97-AF65-F5344CB8AC3E}">
        <p14:creationId xmlns:p14="http://schemas.microsoft.com/office/powerpoint/2010/main" val="286821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F4B4B231-1434-A66A-A358-5869EFE65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047" y="747168"/>
            <a:ext cx="3221355" cy="266174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475745C-75DB-2665-15B9-BCDFE4D1B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746" y="703811"/>
            <a:ext cx="3478505" cy="270510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A8FBA958-7C83-351D-BEE6-F5E2F5CDE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7" y="703811"/>
            <a:ext cx="3653041" cy="2705100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D9307C5-A98D-A11C-EBA4-E274F18E4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829" y="3934390"/>
            <a:ext cx="3345139" cy="2620534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AEB4B3FF-9248-1DFF-C70E-012E6F653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32" y="3934390"/>
            <a:ext cx="3345812" cy="2575855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3B2FBEEF-DA98-858E-BF15-343EDFA73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322" y="3934390"/>
            <a:ext cx="4430028" cy="2048256"/>
          </a:xfrm>
          <a:prstGeom prst="rect">
            <a:avLst/>
          </a:prstGeom>
        </p:spPr>
      </p:pic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7C69AC67-88D1-0C30-F459-C4EAB10E4D6C}"/>
              </a:ext>
            </a:extLst>
          </p:cNvPr>
          <p:cNvSpPr txBox="1"/>
          <p:nvPr/>
        </p:nvSpPr>
        <p:spPr>
          <a:xfrm>
            <a:off x="2820902" y="102518"/>
            <a:ext cx="655019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1">
            <a:spAutoFit/>
          </a:bodyPr>
          <a:lstStyle/>
          <a:p>
            <a:r>
              <a:rPr lang="he-IL" sz="1600" b="1" dirty="0"/>
              <a:t>בהופעת הרב שלמה קרליבך בעפרה במלאת 13 שנה להקמת היישוב, תשמ"ט</a:t>
            </a:r>
          </a:p>
        </p:txBody>
      </p:sp>
    </p:spTree>
    <p:extLst>
      <p:ext uri="{BB962C8B-B14F-4D97-AF65-F5344CB8AC3E}">
        <p14:creationId xmlns:p14="http://schemas.microsoft.com/office/powerpoint/2010/main" val="188661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54320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</Words>
  <Application>Microsoft Office PowerPoint</Application>
  <PresentationFormat>מסך רחב</PresentationFormat>
  <Paragraphs>4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שמואל כץ</dc:creator>
  <cp:lastModifiedBy>שמואל כץ</cp:lastModifiedBy>
  <cp:revision>4</cp:revision>
  <dcterms:created xsi:type="dcterms:W3CDTF">2026-10-25T23:41:30Z</dcterms:created>
  <dcterms:modified xsi:type="dcterms:W3CDTF">2026-10-26T08:07:41Z</dcterms:modified>
</cp:coreProperties>
</file>