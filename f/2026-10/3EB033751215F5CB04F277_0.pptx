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648" r:id="rId1"/>
  </p:sldMasterIdLst>
  <p:notesMasterIdLst>
    <p:notesMasterId r:id="rId51"/>
  </p:notesMasterIdLst>
  <p:sldIdLst>
    <p:sldId id="2186" r:id="rId2"/>
    <p:sldId id="2310" r:id="rId3"/>
    <p:sldId id="2287" r:id="rId4"/>
    <p:sldId id="2328" r:id="rId5"/>
    <p:sldId id="265" r:id="rId6"/>
    <p:sldId id="267" r:id="rId7"/>
    <p:sldId id="2313" r:id="rId8"/>
    <p:sldId id="2314" r:id="rId9"/>
    <p:sldId id="2282" r:id="rId10"/>
    <p:sldId id="2315" r:id="rId11"/>
    <p:sldId id="2316" r:id="rId12"/>
    <p:sldId id="2317" r:id="rId13"/>
    <p:sldId id="2318" r:id="rId14"/>
    <p:sldId id="2319" r:id="rId15"/>
    <p:sldId id="2320" r:id="rId16"/>
    <p:sldId id="2321" r:id="rId17"/>
    <p:sldId id="2322" r:id="rId18"/>
    <p:sldId id="2323" r:id="rId19"/>
    <p:sldId id="2324" r:id="rId20"/>
    <p:sldId id="2325" r:id="rId21"/>
    <p:sldId id="2326" r:id="rId22"/>
    <p:sldId id="2254" r:id="rId23"/>
    <p:sldId id="2255" r:id="rId24"/>
    <p:sldId id="2256" r:id="rId25"/>
    <p:sldId id="2327" r:id="rId26"/>
    <p:sldId id="2291" r:id="rId27"/>
    <p:sldId id="269" r:id="rId28"/>
    <p:sldId id="272" r:id="rId29"/>
    <p:sldId id="275" r:id="rId30"/>
    <p:sldId id="273" r:id="rId31"/>
    <p:sldId id="274" r:id="rId32"/>
    <p:sldId id="2307" r:id="rId33"/>
    <p:sldId id="2308" r:id="rId34"/>
    <p:sldId id="2309" r:id="rId35"/>
    <p:sldId id="270" r:id="rId36"/>
    <p:sldId id="2269" r:id="rId37"/>
    <p:sldId id="271" r:id="rId38"/>
    <p:sldId id="2267" r:id="rId39"/>
    <p:sldId id="2268" r:id="rId40"/>
    <p:sldId id="2270" r:id="rId41"/>
    <p:sldId id="2271" r:id="rId42"/>
    <p:sldId id="2272" r:id="rId43"/>
    <p:sldId id="2273" r:id="rId44"/>
    <p:sldId id="2274" r:id="rId45"/>
    <p:sldId id="2275" r:id="rId46"/>
    <p:sldId id="2277" r:id="rId47"/>
    <p:sldId id="2276" r:id="rId48"/>
    <p:sldId id="2278" r:id="rId49"/>
    <p:sldId id="1640" r:id="rId50"/>
  </p:sldIdLst>
  <p:sldSz cx="12192000" cy="6858000"/>
  <p:notesSz cx="6858000" cy="9144000"/>
  <p:defaultText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65413" autoAdjust="0"/>
    <p:restoredTop sz="86441" autoAdjust="0"/>
  </p:normalViewPr>
  <p:slideViewPr>
    <p:cSldViewPr snapToGrid="0">
      <p:cViewPr varScale="1">
        <p:scale>
          <a:sx n="95" d="100"/>
          <a:sy n="95" d="100"/>
        </p:scale>
        <p:origin x="396" y="96"/>
      </p:cViewPr>
      <p:guideLst/>
    </p:cSldViewPr>
  </p:slideViewPr>
  <p:outlineViewPr>
    <p:cViewPr>
      <p:scale>
        <a:sx n="33" d="100"/>
        <a:sy n="33" d="100"/>
      </p:scale>
      <p:origin x="0" y="-264"/>
    </p:cViewPr>
  </p:outlineViewPr>
  <p:notesTextViewPr>
    <p:cViewPr>
      <p:scale>
        <a:sx n="1" d="1"/>
        <a:sy n="1" d="1"/>
      </p:scale>
      <p:origin x="0" y="0"/>
    </p:cViewPr>
  </p:notesTextViewPr>
  <p:sorterViewPr>
    <p:cViewPr varScale="1">
      <p:scale>
        <a:sx n="100" d="100"/>
        <a:sy n="100" d="100"/>
      </p:scale>
      <p:origin x="0" y="-2784"/>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עליונה 1"/>
          <p:cNvSpPr>
            <a:spLocks noGrp="1"/>
          </p:cNvSpPr>
          <p:nvPr>
            <p:ph type="hdr" sz="quarter"/>
          </p:nvPr>
        </p:nvSpPr>
        <p:spPr>
          <a:xfrm>
            <a:off x="3886200" y="0"/>
            <a:ext cx="2971800" cy="458788"/>
          </a:xfrm>
          <a:prstGeom prst="rect">
            <a:avLst/>
          </a:prstGeom>
        </p:spPr>
        <p:txBody>
          <a:bodyPr vert="horz" lIns="91440" tIns="45720" rIns="91440" bIns="45720" rtlCol="1"/>
          <a:lstStyle>
            <a:lvl1pPr algn="r">
              <a:defRPr sz="1200"/>
            </a:lvl1pPr>
          </a:lstStyle>
          <a:p>
            <a:endParaRPr lang="he-IL"/>
          </a:p>
        </p:txBody>
      </p:sp>
      <p:sp>
        <p:nvSpPr>
          <p:cNvPr id="3" name="מציין מיקום של תאריך 2"/>
          <p:cNvSpPr>
            <a:spLocks noGrp="1"/>
          </p:cNvSpPr>
          <p:nvPr>
            <p:ph type="dt" idx="1"/>
          </p:nvPr>
        </p:nvSpPr>
        <p:spPr>
          <a:xfrm>
            <a:off x="1588" y="0"/>
            <a:ext cx="2971800" cy="458788"/>
          </a:xfrm>
          <a:prstGeom prst="rect">
            <a:avLst/>
          </a:prstGeom>
        </p:spPr>
        <p:txBody>
          <a:bodyPr vert="horz" lIns="91440" tIns="45720" rIns="91440" bIns="45720" rtlCol="1"/>
          <a:lstStyle>
            <a:lvl1pPr algn="l">
              <a:defRPr sz="1200"/>
            </a:lvl1pPr>
          </a:lstStyle>
          <a:p>
            <a:fld id="{B7AF1080-0225-4974-88CF-969652EF816F}" type="datetimeFigureOut">
              <a:rPr lang="he-IL" smtClean="0"/>
              <a:t>י'/חשון/תשפ"ז</a:t>
            </a:fld>
            <a:endParaRPr lang="he-IL"/>
          </a:p>
        </p:txBody>
      </p:sp>
      <p:sp>
        <p:nvSpPr>
          <p:cNvPr id="4" name="מציין מיקום של תמונת שקופית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1" anchor="ctr"/>
          <a:lstStyle/>
          <a:p>
            <a:endParaRPr lang="he-IL"/>
          </a:p>
        </p:txBody>
      </p:sp>
      <p:sp>
        <p:nvSpPr>
          <p:cNvPr id="5" name="מציין מיקום של הערות 4"/>
          <p:cNvSpPr>
            <a:spLocks noGrp="1"/>
          </p:cNvSpPr>
          <p:nvPr>
            <p:ph type="body" sz="quarter" idx="3"/>
          </p:nvPr>
        </p:nvSpPr>
        <p:spPr>
          <a:xfrm>
            <a:off x="685800" y="4400550"/>
            <a:ext cx="5486400" cy="3600450"/>
          </a:xfrm>
          <a:prstGeom prst="rect">
            <a:avLst/>
          </a:prstGeom>
        </p:spPr>
        <p:txBody>
          <a:bodyPr vert="horz" lIns="91440" tIns="45720" rIns="91440" bIns="45720" rtlCol="1"/>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6" name="מציין מיקום של כותרת תחתונה 5"/>
          <p:cNvSpPr>
            <a:spLocks noGrp="1"/>
          </p:cNvSpPr>
          <p:nvPr>
            <p:ph type="ftr" sz="quarter" idx="4"/>
          </p:nvPr>
        </p:nvSpPr>
        <p:spPr>
          <a:xfrm>
            <a:off x="3886200" y="8685213"/>
            <a:ext cx="2971800" cy="458787"/>
          </a:xfrm>
          <a:prstGeom prst="rect">
            <a:avLst/>
          </a:prstGeom>
        </p:spPr>
        <p:txBody>
          <a:bodyPr vert="horz" lIns="91440" tIns="45720" rIns="91440" bIns="45720" rtlCol="1" anchor="b"/>
          <a:lstStyle>
            <a:lvl1pPr algn="r">
              <a:defRPr sz="1200"/>
            </a:lvl1pPr>
          </a:lstStyle>
          <a:p>
            <a:endParaRPr lang="he-IL"/>
          </a:p>
        </p:txBody>
      </p:sp>
      <p:sp>
        <p:nvSpPr>
          <p:cNvPr id="7" name="מציין מיקום של מספר שקופית 6"/>
          <p:cNvSpPr>
            <a:spLocks noGrp="1"/>
          </p:cNvSpPr>
          <p:nvPr>
            <p:ph type="sldNum" sz="quarter" idx="5"/>
          </p:nvPr>
        </p:nvSpPr>
        <p:spPr>
          <a:xfrm>
            <a:off x="1588" y="8685213"/>
            <a:ext cx="2971800" cy="458787"/>
          </a:xfrm>
          <a:prstGeom prst="rect">
            <a:avLst/>
          </a:prstGeom>
        </p:spPr>
        <p:txBody>
          <a:bodyPr vert="horz" lIns="91440" tIns="45720" rIns="91440" bIns="45720" rtlCol="1" anchor="b"/>
          <a:lstStyle>
            <a:lvl1pPr algn="l">
              <a:defRPr sz="1200"/>
            </a:lvl1pPr>
          </a:lstStyle>
          <a:p>
            <a:fld id="{F7FABF30-FA68-4800-BE4C-4AB9BD5E56B0}" type="slidenum">
              <a:rPr lang="he-IL" smtClean="0"/>
              <a:t>‹#›</a:t>
            </a:fld>
            <a:endParaRPr lang="he-IL"/>
          </a:p>
        </p:txBody>
      </p:sp>
    </p:spTree>
    <p:extLst>
      <p:ext uri="{BB962C8B-B14F-4D97-AF65-F5344CB8AC3E}">
        <p14:creationId xmlns:p14="http://schemas.microsoft.com/office/powerpoint/2010/main" val="2459013194"/>
      </p:ext>
    </p:extLst>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dirty="0"/>
          </a:p>
        </p:txBody>
      </p:sp>
      <p:sp>
        <p:nvSpPr>
          <p:cNvPr id="4" name="מציין מיקום של מספר שקופית 3"/>
          <p:cNvSpPr>
            <a:spLocks noGrp="1"/>
          </p:cNvSpPr>
          <p:nvPr>
            <p:ph type="sldNum" sz="quarter" idx="5"/>
          </p:nvPr>
        </p:nvSpPr>
        <p:spPr/>
        <p:txBody>
          <a:bodyPr/>
          <a:lstStyle/>
          <a:p>
            <a:fld id="{F7FABF30-FA68-4800-BE4C-4AB9BD5E56B0}" type="slidenum">
              <a:rPr lang="he-IL" smtClean="0"/>
              <a:t>45</a:t>
            </a:fld>
            <a:endParaRPr lang="he-IL"/>
          </a:p>
        </p:txBody>
      </p:sp>
    </p:spTree>
    <p:extLst>
      <p:ext uri="{BB962C8B-B14F-4D97-AF65-F5344CB8AC3E}">
        <p14:creationId xmlns:p14="http://schemas.microsoft.com/office/powerpoint/2010/main" val="29072787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dirty="0"/>
          </a:p>
        </p:txBody>
      </p:sp>
      <p:sp>
        <p:nvSpPr>
          <p:cNvPr id="4" name="מציין מיקום של מספר שקופית 3"/>
          <p:cNvSpPr>
            <a:spLocks noGrp="1"/>
          </p:cNvSpPr>
          <p:nvPr>
            <p:ph type="sldNum" sz="quarter" idx="5"/>
          </p:nvPr>
        </p:nvSpPr>
        <p:spPr/>
        <p:txBody>
          <a:bodyPr/>
          <a:lstStyle/>
          <a:p>
            <a:fld id="{F7FABF30-FA68-4800-BE4C-4AB9BD5E56B0}" type="slidenum">
              <a:rPr lang="he-IL" smtClean="0"/>
              <a:t>48</a:t>
            </a:fld>
            <a:endParaRPr lang="he-IL"/>
          </a:p>
        </p:txBody>
      </p:sp>
    </p:spTree>
    <p:extLst>
      <p:ext uri="{BB962C8B-B14F-4D97-AF65-F5344CB8AC3E}">
        <p14:creationId xmlns:p14="http://schemas.microsoft.com/office/powerpoint/2010/main" val="41012433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7"/>
          <p:cNvSpPr txBox="1">
            <a:spLocks noGrp="1" noChangeArrowheads="1"/>
          </p:cNvSpPr>
          <p:nvPr/>
        </p:nvSpPr>
        <p:spPr bwMode="auto">
          <a:xfrm>
            <a:off x="1588"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algn="l" eaLnBrk="1" hangingPunct="1"/>
            <a:fld id="{950574F7-130F-44F5-A167-BA0BF0F79DD2}" type="slidenum">
              <a:rPr lang="he-IL" altLang="he-IL" sz="1200"/>
              <a:pPr algn="l" eaLnBrk="1" hangingPunct="1"/>
              <a:t>49</a:t>
            </a:fld>
            <a:endParaRPr lang="en-US" altLang="he-IL" sz="1200"/>
          </a:p>
        </p:txBody>
      </p:sp>
      <p:sp>
        <p:nvSpPr>
          <p:cNvPr id="118787" name="Rectangle 7"/>
          <p:cNvSpPr txBox="1">
            <a:spLocks noGrp="1" noChangeArrowheads="1"/>
          </p:cNvSpPr>
          <p:nvPr/>
        </p:nvSpPr>
        <p:spPr bwMode="auto">
          <a:xfrm>
            <a:off x="1588"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algn="l" eaLnBrk="1" hangingPunct="1"/>
            <a:fld id="{2F8EAD5E-D70A-4E0E-ACD2-635B83C51F02}" type="slidenum">
              <a:rPr lang="he-IL" altLang="he-IL" sz="1200"/>
              <a:pPr algn="l" eaLnBrk="1" hangingPunct="1"/>
              <a:t>49</a:t>
            </a:fld>
            <a:endParaRPr lang="en-US" altLang="he-IL" sz="1200"/>
          </a:p>
        </p:txBody>
      </p:sp>
      <p:sp>
        <p:nvSpPr>
          <p:cNvPr id="118788" name="Rectangle 7"/>
          <p:cNvSpPr txBox="1">
            <a:spLocks noGrp="1" noChangeArrowheads="1"/>
          </p:cNvSpPr>
          <p:nvPr/>
        </p:nvSpPr>
        <p:spPr bwMode="auto">
          <a:xfrm>
            <a:off x="1588"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pitchFamily="34" charset="0"/>
                <a:cs typeface="Arial" pitchFamily="34" charset="0"/>
              </a:defRPr>
            </a:lvl1pPr>
            <a:lvl2pPr marL="742950" indent="-285750" eaLnBrk="0" hangingPunct="0">
              <a:defRPr>
                <a:solidFill>
                  <a:schemeClr val="tx1"/>
                </a:solidFill>
                <a:latin typeface="Arial" pitchFamily="34" charset="0"/>
                <a:cs typeface="Arial" pitchFamily="34" charset="0"/>
              </a:defRPr>
            </a:lvl2pPr>
            <a:lvl3pPr marL="1143000" indent="-228600" eaLnBrk="0" hangingPunct="0">
              <a:defRPr>
                <a:solidFill>
                  <a:schemeClr val="tx1"/>
                </a:solidFill>
                <a:latin typeface="Arial" pitchFamily="34" charset="0"/>
                <a:cs typeface="Arial" pitchFamily="34" charset="0"/>
              </a:defRPr>
            </a:lvl3pPr>
            <a:lvl4pPr marL="1600200" indent="-228600" eaLnBrk="0" hangingPunct="0">
              <a:defRPr>
                <a:solidFill>
                  <a:schemeClr val="tx1"/>
                </a:solidFill>
                <a:latin typeface="Arial" pitchFamily="34" charset="0"/>
                <a:cs typeface="Arial" pitchFamily="34" charset="0"/>
              </a:defRPr>
            </a:lvl4pPr>
            <a:lvl5pPr marL="2057400" indent="-228600" eaLnBrk="0" hangingPunct="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algn="l" eaLnBrk="1" hangingPunct="1"/>
            <a:fld id="{55F71058-3EBA-40BA-8A4B-A1F371F7B858}" type="slidenum">
              <a:rPr lang="he-IL" altLang="he-IL" sz="1200"/>
              <a:pPr algn="l" eaLnBrk="1" hangingPunct="1"/>
              <a:t>49</a:t>
            </a:fld>
            <a:endParaRPr lang="en-US" altLang="he-IL" sz="1200"/>
          </a:p>
        </p:txBody>
      </p:sp>
      <p:sp>
        <p:nvSpPr>
          <p:cNvPr id="118789" name="Rectangle 2"/>
          <p:cNvSpPr>
            <a:spLocks noGrp="1" noRot="1" noChangeAspect="1" noChangeArrowheads="1" noTextEdit="1"/>
          </p:cNvSpPr>
          <p:nvPr>
            <p:ph type="sldImg"/>
          </p:nvPr>
        </p:nvSpPr>
        <p:spPr>
          <a:xfrm>
            <a:off x="381000" y="685800"/>
            <a:ext cx="6096000" cy="3429000"/>
          </a:xfrm>
          <a:ln/>
        </p:spPr>
      </p:sp>
      <p:sp>
        <p:nvSpPr>
          <p:cNvPr id="11879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he-IL" altLang="he-IL"/>
              <a:t>הילד</a:t>
            </a:r>
          </a:p>
        </p:txBody>
      </p:sp>
    </p:spTree>
    <p:extLst>
      <p:ext uri="{BB962C8B-B14F-4D97-AF65-F5344CB8AC3E}">
        <p14:creationId xmlns:p14="http://schemas.microsoft.com/office/powerpoint/2010/main" val="6269270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שקופית כותרת">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99CD6BAE-CFC9-E0B4-574E-C2210EFA38D8}"/>
              </a:ext>
            </a:extLst>
          </p:cNvPr>
          <p:cNvSpPr>
            <a:spLocks noGrp="1"/>
          </p:cNvSpPr>
          <p:nvPr>
            <p:ph type="ctrTitle"/>
          </p:nvPr>
        </p:nvSpPr>
        <p:spPr>
          <a:xfrm>
            <a:off x="1524000" y="1122363"/>
            <a:ext cx="9144000" cy="2387600"/>
          </a:xfrm>
        </p:spPr>
        <p:txBody>
          <a:bodyPr anchor="b"/>
          <a:lstStyle>
            <a:lvl1pPr algn="ctr">
              <a:defRPr sz="6000"/>
            </a:lvl1pPr>
          </a:lstStyle>
          <a:p>
            <a:r>
              <a:rPr lang="he-IL"/>
              <a:t>לחץ כדי לערוך סגנון כותרת של תבנית בסיס</a:t>
            </a:r>
          </a:p>
        </p:txBody>
      </p:sp>
      <p:sp>
        <p:nvSpPr>
          <p:cNvPr id="3" name="כותרת משנה 2">
            <a:extLst>
              <a:ext uri="{FF2B5EF4-FFF2-40B4-BE49-F238E27FC236}">
                <a16:creationId xmlns:a16="http://schemas.microsoft.com/office/drawing/2014/main" id="{1DB4596A-6A9C-C900-299A-784A4EE28D6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e-IL"/>
              <a:t>לחץ כדי לערוך סגנון כותרת משנה של תבנית בסיס</a:t>
            </a:r>
          </a:p>
        </p:txBody>
      </p:sp>
      <p:sp>
        <p:nvSpPr>
          <p:cNvPr id="4" name="מציין מיקום של תאריך 3">
            <a:extLst>
              <a:ext uri="{FF2B5EF4-FFF2-40B4-BE49-F238E27FC236}">
                <a16:creationId xmlns:a16="http://schemas.microsoft.com/office/drawing/2014/main" id="{67B09A3D-6748-5EBD-58A7-81FACBFCA48E}"/>
              </a:ext>
            </a:extLst>
          </p:cNvPr>
          <p:cNvSpPr>
            <a:spLocks noGrp="1"/>
          </p:cNvSpPr>
          <p:nvPr>
            <p:ph type="dt" sz="half" idx="10"/>
          </p:nvPr>
        </p:nvSpPr>
        <p:spPr/>
        <p:txBody>
          <a:bodyPr/>
          <a:lstStyle/>
          <a:p>
            <a:fld id="{4B48F87A-E8C0-4D5F-B742-E9601BE871D5}" type="datetimeFigureOut">
              <a:rPr lang="he-IL" smtClean="0"/>
              <a:t>י'/חשון/תשפ"ז</a:t>
            </a:fld>
            <a:endParaRPr lang="he-IL"/>
          </a:p>
        </p:txBody>
      </p:sp>
      <p:sp>
        <p:nvSpPr>
          <p:cNvPr id="5" name="מציין מיקום של כותרת תחתונה 4">
            <a:extLst>
              <a:ext uri="{FF2B5EF4-FFF2-40B4-BE49-F238E27FC236}">
                <a16:creationId xmlns:a16="http://schemas.microsoft.com/office/drawing/2014/main" id="{49948EF2-55F1-7698-C68E-58C00A96B894}"/>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544D96FF-6A11-44C4-9935-D5560CE0E421}"/>
              </a:ext>
            </a:extLst>
          </p:cNvPr>
          <p:cNvSpPr>
            <a:spLocks noGrp="1"/>
          </p:cNvSpPr>
          <p:nvPr>
            <p:ph type="sldNum" sz="quarter" idx="12"/>
          </p:nvPr>
        </p:nvSpPr>
        <p:spPr/>
        <p:txBody>
          <a:bodyPr/>
          <a:lstStyle/>
          <a:p>
            <a:fld id="{5AC0B2AF-5F5E-4FFD-8123-A5CB7718ED09}" type="slidenum">
              <a:rPr lang="he-IL" smtClean="0"/>
              <a:t>‹#›</a:t>
            </a:fld>
            <a:endParaRPr lang="he-IL"/>
          </a:p>
        </p:txBody>
      </p:sp>
    </p:spTree>
    <p:extLst>
      <p:ext uri="{BB962C8B-B14F-4D97-AF65-F5344CB8AC3E}">
        <p14:creationId xmlns:p14="http://schemas.microsoft.com/office/powerpoint/2010/main" val="7487022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47E2912F-A274-D4A4-7D9D-88FC72EA5239}"/>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תוכן 2">
            <a:extLst>
              <a:ext uri="{FF2B5EF4-FFF2-40B4-BE49-F238E27FC236}">
                <a16:creationId xmlns:a16="http://schemas.microsoft.com/office/drawing/2014/main" id="{7C17A9B8-4A42-5ADF-EF40-AF0B854FD675}"/>
              </a:ext>
            </a:extLst>
          </p:cNvPr>
          <p:cNvSpPr>
            <a:spLocks noGrp="1"/>
          </p:cNvSpPr>
          <p:nvPr>
            <p:ph idx="1"/>
          </p:nvPr>
        </p:nvSpPr>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577887C9-EABE-ED08-F606-770D762BC8EB}"/>
              </a:ext>
            </a:extLst>
          </p:cNvPr>
          <p:cNvSpPr>
            <a:spLocks noGrp="1"/>
          </p:cNvSpPr>
          <p:nvPr>
            <p:ph type="dt" sz="half" idx="10"/>
          </p:nvPr>
        </p:nvSpPr>
        <p:spPr/>
        <p:txBody>
          <a:bodyPr/>
          <a:lstStyle/>
          <a:p>
            <a:fld id="{4B48F87A-E8C0-4D5F-B742-E9601BE871D5}" type="datetimeFigureOut">
              <a:rPr lang="he-IL" smtClean="0"/>
              <a:t>י'/חשון/תשפ"ז</a:t>
            </a:fld>
            <a:endParaRPr lang="he-IL"/>
          </a:p>
        </p:txBody>
      </p:sp>
      <p:sp>
        <p:nvSpPr>
          <p:cNvPr id="5" name="מציין מיקום של כותרת תחתונה 4">
            <a:extLst>
              <a:ext uri="{FF2B5EF4-FFF2-40B4-BE49-F238E27FC236}">
                <a16:creationId xmlns:a16="http://schemas.microsoft.com/office/drawing/2014/main" id="{97BFDBAF-84CF-0C96-139D-5A0CDC0FCBCB}"/>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9E847E18-FB12-0072-8A66-9A16F22EF206}"/>
              </a:ext>
            </a:extLst>
          </p:cNvPr>
          <p:cNvSpPr>
            <a:spLocks noGrp="1"/>
          </p:cNvSpPr>
          <p:nvPr>
            <p:ph type="sldNum" sz="quarter" idx="12"/>
          </p:nvPr>
        </p:nvSpPr>
        <p:spPr/>
        <p:txBody>
          <a:bodyPr/>
          <a:lstStyle/>
          <a:p>
            <a:fld id="{5AC0B2AF-5F5E-4FFD-8123-A5CB7718ED09}" type="slidenum">
              <a:rPr lang="he-IL" smtClean="0"/>
              <a:t>‹#›</a:t>
            </a:fld>
            <a:endParaRPr lang="he-IL"/>
          </a:p>
        </p:txBody>
      </p:sp>
    </p:spTree>
    <p:extLst>
      <p:ext uri="{BB962C8B-B14F-4D97-AF65-F5344CB8AC3E}">
        <p14:creationId xmlns:p14="http://schemas.microsoft.com/office/powerpoint/2010/main" val="19435468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כותרת מקטע עליונה">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D77A2D3E-78C5-20F5-F34E-2E0705D2021F}"/>
              </a:ext>
            </a:extLst>
          </p:cNvPr>
          <p:cNvSpPr>
            <a:spLocks noGrp="1"/>
          </p:cNvSpPr>
          <p:nvPr>
            <p:ph type="title"/>
          </p:nvPr>
        </p:nvSpPr>
        <p:spPr>
          <a:xfrm>
            <a:off x="831850" y="1709738"/>
            <a:ext cx="10515600" cy="2852737"/>
          </a:xfrm>
        </p:spPr>
        <p:txBody>
          <a:bodyPr anchor="b"/>
          <a:lstStyle>
            <a:lvl1pPr>
              <a:defRPr sz="6000"/>
            </a:lvl1pPr>
          </a:lstStyle>
          <a:p>
            <a:r>
              <a:rPr lang="he-IL"/>
              <a:t>לחץ כדי לערוך סגנון כותרת של תבנית בסיס</a:t>
            </a:r>
          </a:p>
        </p:txBody>
      </p:sp>
      <p:sp>
        <p:nvSpPr>
          <p:cNvPr id="3" name="מציין מיקום טקסט 2">
            <a:extLst>
              <a:ext uri="{FF2B5EF4-FFF2-40B4-BE49-F238E27FC236}">
                <a16:creationId xmlns:a16="http://schemas.microsoft.com/office/drawing/2014/main" id="{04E80B8F-5D08-D70E-25B1-BFCDE51B5DB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he-IL"/>
              <a:t>לחץ כדי לערוך סגנונות טקסט של תבנית בסיס</a:t>
            </a:r>
          </a:p>
        </p:txBody>
      </p:sp>
      <p:sp>
        <p:nvSpPr>
          <p:cNvPr id="4" name="מציין מיקום של תאריך 3">
            <a:extLst>
              <a:ext uri="{FF2B5EF4-FFF2-40B4-BE49-F238E27FC236}">
                <a16:creationId xmlns:a16="http://schemas.microsoft.com/office/drawing/2014/main" id="{1392D9B0-1C94-8B13-97BA-35C1E7FF092A}"/>
              </a:ext>
            </a:extLst>
          </p:cNvPr>
          <p:cNvSpPr>
            <a:spLocks noGrp="1"/>
          </p:cNvSpPr>
          <p:nvPr>
            <p:ph type="dt" sz="half" idx="10"/>
          </p:nvPr>
        </p:nvSpPr>
        <p:spPr/>
        <p:txBody>
          <a:bodyPr/>
          <a:lstStyle/>
          <a:p>
            <a:fld id="{4B48F87A-E8C0-4D5F-B742-E9601BE871D5}" type="datetimeFigureOut">
              <a:rPr lang="he-IL" smtClean="0"/>
              <a:t>י'/חשון/תשפ"ז</a:t>
            </a:fld>
            <a:endParaRPr lang="he-IL"/>
          </a:p>
        </p:txBody>
      </p:sp>
      <p:sp>
        <p:nvSpPr>
          <p:cNvPr id="5" name="מציין מיקום של כותרת תחתונה 4">
            <a:extLst>
              <a:ext uri="{FF2B5EF4-FFF2-40B4-BE49-F238E27FC236}">
                <a16:creationId xmlns:a16="http://schemas.microsoft.com/office/drawing/2014/main" id="{160F2BD4-8062-3102-7476-51D619E29BF4}"/>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5A04CB57-99B4-5451-EBAE-E5CD42111615}"/>
              </a:ext>
            </a:extLst>
          </p:cNvPr>
          <p:cNvSpPr>
            <a:spLocks noGrp="1"/>
          </p:cNvSpPr>
          <p:nvPr>
            <p:ph type="sldNum" sz="quarter" idx="12"/>
          </p:nvPr>
        </p:nvSpPr>
        <p:spPr/>
        <p:txBody>
          <a:bodyPr/>
          <a:lstStyle/>
          <a:p>
            <a:fld id="{5AC0B2AF-5F5E-4FFD-8123-A5CB7718ED09}" type="slidenum">
              <a:rPr lang="he-IL" smtClean="0"/>
              <a:t>‹#›</a:t>
            </a:fld>
            <a:endParaRPr lang="he-IL"/>
          </a:p>
        </p:txBody>
      </p:sp>
    </p:spTree>
    <p:extLst>
      <p:ext uri="{BB962C8B-B14F-4D97-AF65-F5344CB8AC3E}">
        <p14:creationId xmlns:p14="http://schemas.microsoft.com/office/powerpoint/2010/main" val="17531434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3CC8A36A-3B55-3003-B003-DBAF251AD62D}"/>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תוכן 2">
            <a:extLst>
              <a:ext uri="{FF2B5EF4-FFF2-40B4-BE49-F238E27FC236}">
                <a16:creationId xmlns:a16="http://schemas.microsoft.com/office/drawing/2014/main" id="{0CCD031F-53F4-9BF2-4C8A-3173D5483B93}"/>
              </a:ext>
            </a:extLst>
          </p:cNvPr>
          <p:cNvSpPr>
            <a:spLocks noGrp="1"/>
          </p:cNvSpPr>
          <p:nvPr>
            <p:ph sz="half" idx="1"/>
          </p:nvPr>
        </p:nvSpPr>
        <p:spPr>
          <a:xfrm>
            <a:off x="838200" y="1825625"/>
            <a:ext cx="5181600" cy="435133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תוכן 3">
            <a:extLst>
              <a:ext uri="{FF2B5EF4-FFF2-40B4-BE49-F238E27FC236}">
                <a16:creationId xmlns:a16="http://schemas.microsoft.com/office/drawing/2014/main" id="{C17C3DB3-6A25-A607-90D2-13CF6F3C5772}"/>
              </a:ext>
            </a:extLst>
          </p:cNvPr>
          <p:cNvSpPr>
            <a:spLocks noGrp="1"/>
          </p:cNvSpPr>
          <p:nvPr>
            <p:ph sz="half" idx="2"/>
          </p:nvPr>
        </p:nvSpPr>
        <p:spPr>
          <a:xfrm>
            <a:off x="6172200" y="1825625"/>
            <a:ext cx="5181600" cy="435133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5" name="מציין מיקום של תאריך 4">
            <a:extLst>
              <a:ext uri="{FF2B5EF4-FFF2-40B4-BE49-F238E27FC236}">
                <a16:creationId xmlns:a16="http://schemas.microsoft.com/office/drawing/2014/main" id="{3D196F98-87E3-5BBA-7D29-99F08DFCBF24}"/>
              </a:ext>
            </a:extLst>
          </p:cNvPr>
          <p:cNvSpPr>
            <a:spLocks noGrp="1"/>
          </p:cNvSpPr>
          <p:nvPr>
            <p:ph type="dt" sz="half" idx="10"/>
          </p:nvPr>
        </p:nvSpPr>
        <p:spPr/>
        <p:txBody>
          <a:bodyPr/>
          <a:lstStyle/>
          <a:p>
            <a:fld id="{4B48F87A-E8C0-4D5F-B742-E9601BE871D5}" type="datetimeFigureOut">
              <a:rPr lang="he-IL" smtClean="0"/>
              <a:t>י'/חשון/תשפ"ז</a:t>
            </a:fld>
            <a:endParaRPr lang="he-IL"/>
          </a:p>
        </p:txBody>
      </p:sp>
      <p:sp>
        <p:nvSpPr>
          <p:cNvPr id="6" name="מציין מיקום של כותרת תחתונה 5">
            <a:extLst>
              <a:ext uri="{FF2B5EF4-FFF2-40B4-BE49-F238E27FC236}">
                <a16:creationId xmlns:a16="http://schemas.microsoft.com/office/drawing/2014/main" id="{FBEA37A0-85B2-1EE8-A0AC-1BFEB728BBEE}"/>
              </a:ext>
            </a:extLst>
          </p:cNvPr>
          <p:cNvSpPr>
            <a:spLocks noGrp="1"/>
          </p:cNvSpPr>
          <p:nvPr>
            <p:ph type="ftr" sz="quarter" idx="11"/>
          </p:nvPr>
        </p:nvSpPr>
        <p:spPr/>
        <p:txBody>
          <a:bodyPr/>
          <a:lstStyle/>
          <a:p>
            <a:endParaRPr lang="he-IL"/>
          </a:p>
        </p:txBody>
      </p:sp>
      <p:sp>
        <p:nvSpPr>
          <p:cNvPr id="7" name="מציין מיקום של מספר שקופית 6">
            <a:extLst>
              <a:ext uri="{FF2B5EF4-FFF2-40B4-BE49-F238E27FC236}">
                <a16:creationId xmlns:a16="http://schemas.microsoft.com/office/drawing/2014/main" id="{38E331FB-B019-A4FE-F137-83365685AD55}"/>
              </a:ext>
            </a:extLst>
          </p:cNvPr>
          <p:cNvSpPr>
            <a:spLocks noGrp="1"/>
          </p:cNvSpPr>
          <p:nvPr>
            <p:ph type="sldNum" sz="quarter" idx="12"/>
          </p:nvPr>
        </p:nvSpPr>
        <p:spPr/>
        <p:txBody>
          <a:bodyPr/>
          <a:lstStyle/>
          <a:p>
            <a:fld id="{5AC0B2AF-5F5E-4FFD-8123-A5CB7718ED09}" type="slidenum">
              <a:rPr lang="he-IL" smtClean="0"/>
              <a:t>‹#›</a:t>
            </a:fld>
            <a:endParaRPr lang="he-IL"/>
          </a:p>
        </p:txBody>
      </p:sp>
    </p:spTree>
    <p:extLst>
      <p:ext uri="{BB962C8B-B14F-4D97-AF65-F5344CB8AC3E}">
        <p14:creationId xmlns:p14="http://schemas.microsoft.com/office/powerpoint/2010/main" val="37581200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E2A4E6E8-F6DC-9F8A-0812-E14242A203EB}"/>
              </a:ext>
            </a:extLst>
          </p:cNvPr>
          <p:cNvSpPr>
            <a:spLocks noGrp="1"/>
          </p:cNvSpPr>
          <p:nvPr>
            <p:ph type="title"/>
          </p:nvPr>
        </p:nvSpPr>
        <p:spPr>
          <a:xfrm>
            <a:off x="839788" y="365125"/>
            <a:ext cx="10515600" cy="1325563"/>
          </a:xfrm>
        </p:spPr>
        <p:txBody>
          <a:bodyPr/>
          <a:lstStyle/>
          <a:p>
            <a:r>
              <a:rPr lang="he-IL"/>
              <a:t>לחץ כדי לערוך סגנון כותרת של תבנית בסיס</a:t>
            </a:r>
          </a:p>
        </p:txBody>
      </p:sp>
      <p:sp>
        <p:nvSpPr>
          <p:cNvPr id="3" name="מציין מיקום טקסט 2">
            <a:extLst>
              <a:ext uri="{FF2B5EF4-FFF2-40B4-BE49-F238E27FC236}">
                <a16:creationId xmlns:a16="http://schemas.microsoft.com/office/drawing/2014/main" id="{4EFBF7EB-2029-99F2-F1FD-4E1422F18EB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4" name="מציין מיקום תוכן 3">
            <a:extLst>
              <a:ext uri="{FF2B5EF4-FFF2-40B4-BE49-F238E27FC236}">
                <a16:creationId xmlns:a16="http://schemas.microsoft.com/office/drawing/2014/main" id="{934CDBC8-E03F-81A8-1241-7A64C3EDCC1E}"/>
              </a:ext>
            </a:extLst>
          </p:cNvPr>
          <p:cNvSpPr>
            <a:spLocks noGrp="1"/>
          </p:cNvSpPr>
          <p:nvPr>
            <p:ph sz="half" idx="2"/>
          </p:nvPr>
        </p:nvSpPr>
        <p:spPr>
          <a:xfrm>
            <a:off x="839788" y="2505075"/>
            <a:ext cx="5157787" cy="368458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5" name="מציין מיקום טקסט 4">
            <a:extLst>
              <a:ext uri="{FF2B5EF4-FFF2-40B4-BE49-F238E27FC236}">
                <a16:creationId xmlns:a16="http://schemas.microsoft.com/office/drawing/2014/main" id="{AC352753-309A-4E05-DB77-685A64455F9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6" name="מציין מיקום תוכן 5">
            <a:extLst>
              <a:ext uri="{FF2B5EF4-FFF2-40B4-BE49-F238E27FC236}">
                <a16:creationId xmlns:a16="http://schemas.microsoft.com/office/drawing/2014/main" id="{4954F793-A33F-E7A0-2DE9-16B4EEBD540D}"/>
              </a:ext>
            </a:extLst>
          </p:cNvPr>
          <p:cNvSpPr>
            <a:spLocks noGrp="1"/>
          </p:cNvSpPr>
          <p:nvPr>
            <p:ph sz="quarter" idx="4"/>
          </p:nvPr>
        </p:nvSpPr>
        <p:spPr>
          <a:xfrm>
            <a:off x="6172200" y="2505075"/>
            <a:ext cx="5183188" cy="368458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7" name="מציין מיקום של תאריך 6">
            <a:extLst>
              <a:ext uri="{FF2B5EF4-FFF2-40B4-BE49-F238E27FC236}">
                <a16:creationId xmlns:a16="http://schemas.microsoft.com/office/drawing/2014/main" id="{07BCB1EC-CB61-16F6-CFD6-8FEE6CD84865}"/>
              </a:ext>
            </a:extLst>
          </p:cNvPr>
          <p:cNvSpPr>
            <a:spLocks noGrp="1"/>
          </p:cNvSpPr>
          <p:nvPr>
            <p:ph type="dt" sz="half" idx="10"/>
          </p:nvPr>
        </p:nvSpPr>
        <p:spPr/>
        <p:txBody>
          <a:bodyPr/>
          <a:lstStyle/>
          <a:p>
            <a:fld id="{4B48F87A-E8C0-4D5F-B742-E9601BE871D5}" type="datetimeFigureOut">
              <a:rPr lang="he-IL" smtClean="0"/>
              <a:t>י'/חשון/תשפ"ז</a:t>
            </a:fld>
            <a:endParaRPr lang="he-IL"/>
          </a:p>
        </p:txBody>
      </p:sp>
      <p:sp>
        <p:nvSpPr>
          <p:cNvPr id="8" name="מציין מיקום של כותרת תחתונה 7">
            <a:extLst>
              <a:ext uri="{FF2B5EF4-FFF2-40B4-BE49-F238E27FC236}">
                <a16:creationId xmlns:a16="http://schemas.microsoft.com/office/drawing/2014/main" id="{C4FB3A91-EBEF-817D-F8E8-D654F19CB508}"/>
              </a:ext>
            </a:extLst>
          </p:cNvPr>
          <p:cNvSpPr>
            <a:spLocks noGrp="1"/>
          </p:cNvSpPr>
          <p:nvPr>
            <p:ph type="ftr" sz="quarter" idx="11"/>
          </p:nvPr>
        </p:nvSpPr>
        <p:spPr/>
        <p:txBody>
          <a:bodyPr/>
          <a:lstStyle/>
          <a:p>
            <a:endParaRPr lang="he-IL"/>
          </a:p>
        </p:txBody>
      </p:sp>
      <p:sp>
        <p:nvSpPr>
          <p:cNvPr id="9" name="מציין מיקום של מספר שקופית 8">
            <a:extLst>
              <a:ext uri="{FF2B5EF4-FFF2-40B4-BE49-F238E27FC236}">
                <a16:creationId xmlns:a16="http://schemas.microsoft.com/office/drawing/2014/main" id="{6FE9306D-4E00-80BF-9485-C7259BE846AF}"/>
              </a:ext>
            </a:extLst>
          </p:cNvPr>
          <p:cNvSpPr>
            <a:spLocks noGrp="1"/>
          </p:cNvSpPr>
          <p:nvPr>
            <p:ph type="sldNum" sz="quarter" idx="12"/>
          </p:nvPr>
        </p:nvSpPr>
        <p:spPr/>
        <p:txBody>
          <a:bodyPr/>
          <a:lstStyle/>
          <a:p>
            <a:fld id="{5AC0B2AF-5F5E-4FFD-8123-A5CB7718ED09}" type="slidenum">
              <a:rPr lang="he-IL" smtClean="0"/>
              <a:t>‹#›</a:t>
            </a:fld>
            <a:endParaRPr lang="he-IL"/>
          </a:p>
        </p:txBody>
      </p:sp>
    </p:spTree>
    <p:extLst>
      <p:ext uri="{BB962C8B-B14F-4D97-AF65-F5344CB8AC3E}">
        <p14:creationId xmlns:p14="http://schemas.microsoft.com/office/powerpoint/2010/main" val="41925414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80A5AD85-B313-FF94-E620-39F8E1808C04}"/>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של תאריך 2">
            <a:extLst>
              <a:ext uri="{FF2B5EF4-FFF2-40B4-BE49-F238E27FC236}">
                <a16:creationId xmlns:a16="http://schemas.microsoft.com/office/drawing/2014/main" id="{075C70DE-8DFE-A108-0B02-5E2AD77E9E9E}"/>
              </a:ext>
            </a:extLst>
          </p:cNvPr>
          <p:cNvSpPr>
            <a:spLocks noGrp="1"/>
          </p:cNvSpPr>
          <p:nvPr>
            <p:ph type="dt" sz="half" idx="10"/>
          </p:nvPr>
        </p:nvSpPr>
        <p:spPr/>
        <p:txBody>
          <a:bodyPr/>
          <a:lstStyle/>
          <a:p>
            <a:fld id="{4B48F87A-E8C0-4D5F-B742-E9601BE871D5}" type="datetimeFigureOut">
              <a:rPr lang="he-IL" smtClean="0"/>
              <a:t>י'/חשון/תשפ"ז</a:t>
            </a:fld>
            <a:endParaRPr lang="he-IL"/>
          </a:p>
        </p:txBody>
      </p:sp>
      <p:sp>
        <p:nvSpPr>
          <p:cNvPr id="4" name="מציין מיקום של כותרת תחתונה 3">
            <a:extLst>
              <a:ext uri="{FF2B5EF4-FFF2-40B4-BE49-F238E27FC236}">
                <a16:creationId xmlns:a16="http://schemas.microsoft.com/office/drawing/2014/main" id="{00BE81BD-9B1D-5810-0037-5EB5C1367116}"/>
              </a:ext>
            </a:extLst>
          </p:cNvPr>
          <p:cNvSpPr>
            <a:spLocks noGrp="1"/>
          </p:cNvSpPr>
          <p:nvPr>
            <p:ph type="ftr" sz="quarter" idx="11"/>
          </p:nvPr>
        </p:nvSpPr>
        <p:spPr/>
        <p:txBody>
          <a:bodyPr/>
          <a:lstStyle/>
          <a:p>
            <a:endParaRPr lang="he-IL"/>
          </a:p>
        </p:txBody>
      </p:sp>
      <p:sp>
        <p:nvSpPr>
          <p:cNvPr id="5" name="מציין מיקום של מספר שקופית 4">
            <a:extLst>
              <a:ext uri="{FF2B5EF4-FFF2-40B4-BE49-F238E27FC236}">
                <a16:creationId xmlns:a16="http://schemas.microsoft.com/office/drawing/2014/main" id="{448659D4-FA3D-94A4-7331-988DC2FDD705}"/>
              </a:ext>
            </a:extLst>
          </p:cNvPr>
          <p:cNvSpPr>
            <a:spLocks noGrp="1"/>
          </p:cNvSpPr>
          <p:nvPr>
            <p:ph type="sldNum" sz="quarter" idx="12"/>
          </p:nvPr>
        </p:nvSpPr>
        <p:spPr/>
        <p:txBody>
          <a:bodyPr/>
          <a:lstStyle/>
          <a:p>
            <a:fld id="{5AC0B2AF-5F5E-4FFD-8123-A5CB7718ED09}" type="slidenum">
              <a:rPr lang="he-IL" smtClean="0"/>
              <a:t>‹#›</a:t>
            </a:fld>
            <a:endParaRPr lang="he-IL"/>
          </a:p>
        </p:txBody>
      </p:sp>
    </p:spTree>
    <p:extLst>
      <p:ext uri="{BB962C8B-B14F-4D97-AF65-F5344CB8AC3E}">
        <p14:creationId xmlns:p14="http://schemas.microsoft.com/office/powerpoint/2010/main" val="15451684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sp>
        <p:nvSpPr>
          <p:cNvPr id="2" name="מציין מיקום של תאריך 1">
            <a:extLst>
              <a:ext uri="{FF2B5EF4-FFF2-40B4-BE49-F238E27FC236}">
                <a16:creationId xmlns:a16="http://schemas.microsoft.com/office/drawing/2014/main" id="{618DF1B1-967F-488B-CDC8-FAF44CE8BC8E}"/>
              </a:ext>
            </a:extLst>
          </p:cNvPr>
          <p:cNvSpPr>
            <a:spLocks noGrp="1"/>
          </p:cNvSpPr>
          <p:nvPr>
            <p:ph type="dt" sz="half" idx="10"/>
          </p:nvPr>
        </p:nvSpPr>
        <p:spPr/>
        <p:txBody>
          <a:bodyPr/>
          <a:lstStyle/>
          <a:p>
            <a:fld id="{4B48F87A-E8C0-4D5F-B742-E9601BE871D5}" type="datetimeFigureOut">
              <a:rPr lang="he-IL" smtClean="0"/>
              <a:t>י'/חשון/תשפ"ז</a:t>
            </a:fld>
            <a:endParaRPr lang="he-IL"/>
          </a:p>
        </p:txBody>
      </p:sp>
      <p:sp>
        <p:nvSpPr>
          <p:cNvPr id="3" name="מציין מיקום של כותרת תחתונה 2">
            <a:extLst>
              <a:ext uri="{FF2B5EF4-FFF2-40B4-BE49-F238E27FC236}">
                <a16:creationId xmlns:a16="http://schemas.microsoft.com/office/drawing/2014/main" id="{2E9E4AFA-8599-3D8C-3A69-D8EF9A0C8159}"/>
              </a:ext>
            </a:extLst>
          </p:cNvPr>
          <p:cNvSpPr>
            <a:spLocks noGrp="1"/>
          </p:cNvSpPr>
          <p:nvPr>
            <p:ph type="ftr" sz="quarter" idx="11"/>
          </p:nvPr>
        </p:nvSpPr>
        <p:spPr/>
        <p:txBody>
          <a:bodyPr/>
          <a:lstStyle/>
          <a:p>
            <a:endParaRPr lang="he-IL"/>
          </a:p>
        </p:txBody>
      </p:sp>
      <p:sp>
        <p:nvSpPr>
          <p:cNvPr id="4" name="מציין מיקום של מספר שקופית 3">
            <a:extLst>
              <a:ext uri="{FF2B5EF4-FFF2-40B4-BE49-F238E27FC236}">
                <a16:creationId xmlns:a16="http://schemas.microsoft.com/office/drawing/2014/main" id="{5C3E7D3B-A168-443D-EC2F-360787B1C15B}"/>
              </a:ext>
            </a:extLst>
          </p:cNvPr>
          <p:cNvSpPr>
            <a:spLocks noGrp="1"/>
          </p:cNvSpPr>
          <p:nvPr>
            <p:ph type="sldNum" sz="quarter" idx="12"/>
          </p:nvPr>
        </p:nvSpPr>
        <p:spPr/>
        <p:txBody>
          <a:bodyPr/>
          <a:lstStyle/>
          <a:p>
            <a:fld id="{5AC0B2AF-5F5E-4FFD-8123-A5CB7718ED09}" type="slidenum">
              <a:rPr lang="he-IL" smtClean="0"/>
              <a:t>‹#›</a:t>
            </a:fld>
            <a:endParaRPr lang="he-IL"/>
          </a:p>
        </p:txBody>
      </p:sp>
    </p:spTree>
    <p:extLst>
      <p:ext uri="{BB962C8B-B14F-4D97-AF65-F5344CB8AC3E}">
        <p14:creationId xmlns:p14="http://schemas.microsoft.com/office/powerpoint/2010/main" val="34652436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תוכן עם כיתוב">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565075F0-4561-450D-5709-0872400D1E28}"/>
              </a:ext>
            </a:extLst>
          </p:cNvPr>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p>
        </p:txBody>
      </p:sp>
      <p:sp>
        <p:nvSpPr>
          <p:cNvPr id="3" name="מציין מיקום תוכן 2">
            <a:extLst>
              <a:ext uri="{FF2B5EF4-FFF2-40B4-BE49-F238E27FC236}">
                <a16:creationId xmlns:a16="http://schemas.microsoft.com/office/drawing/2014/main" id="{1543449C-48CF-8643-EDAD-B3DB99DF606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טקסט 3">
            <a:extLst>
              <a:ext uri="{FF2B5EF4-FFF2-40B4-BE49-F238E27FC236}">
                <a16:creationId xmlns:a16="http://schemas.microsoft.com/office/drawing/2014/main" id="{340CAE9F-C66D-C5BF-C14E-07406D59D40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לחץ כדי לערוך סגנונות טקסט של תבנית בסיס</a:t>
            </a:r>
          </a:p>
        </p:txBody>
      </p:sp>
      <p:sp>
        <p:nvSpPr>
          <p:cNvPr id="5" name="מציין מיקום של תאריך 4">
            <a:extLst>
              <a:ext uri="{FF2B5EF4-FFF2-40B4-BE49-F238E27FC236}">
                <a16:creationId xmlns:a16="http://schemas.microsoft.com/office/drawing/2014/main" id="{AE52FC3B-3EA6-1AA4-7EE9-6D082352B2DC}"/>
              </a:ext>
            </a:extLst>
          </p:cNvPr>
          <p:cNvSpPr>
            <a:spLocks noGrp="1"/>
          </p:cNvSpPr>
          <p:nvPr>
            <p:ph type="dt" sz="half" idx="10"/>
          </p:nvPr>
        </p:nvSpPr>
        <p:spPr/>
        <p:txBody>
          <a:bodyPr/>
          <a:lstStyle/>
          <a:p>
            <a:fld id="{4B48F87A-E8C0-4D5F-B742-E9601BE871D5}" type="datetimeFigureOut">
              <a:rPr lang="he-IL" smtClean="0"/>
              <a:t>י'/חשון/תשפ"ז</a:t>
            </a:fld>
            <a:endParaRPr lang="he-IL"/>
          </a:p>
        </p:txBody>
      </p:sp>
      <p:sp>
        <p:nvSpPr>
          <p:cNvPr id="6" name="מציין מיקום של כותרת תחתונה 5">
            <a:extLst>
              <a:ext uri="{FF2B5EF4-FFF2-40B4-BE49-F238E27FC236}">
                <a16:creationId xmlns:a16="http://schemas.microsoft.com/office/drawing/2014/main" id="{E7C4EF84-3083-997C-1FB4-B27704572FBF}"/>
              </a:ext>
            </a:extLst>
          </p:cNvPr>
          <p:cNvSpPr>
            <a:spLocks noGrp="1"/>
          </p:cNvSpPr>
          <p:nvPr>
            <p:ph type="ftr" sz="quarter" idx="11"/>
          </p:nvPr>
        </p:nvSpPr>
        <p:spPr/>
        <p:txBody>
          <a:bodyPr/>
          <a:lstStyle/>
          <a:p>
            <a:endParaRPr lang="he-IL"/>
          </a:p>
        </p:txBody>
      </p:sp>
      <p:sp>
        <p:nvSpPr>
          <p:cNvPr id="7" name="מציין מיקום של מספר שקופית 6">
            <a:extLst>
              <a:ext uri="{FF2B5EF4-FFF2-40B4-BE49-F238E27FC236}">
                <a16:creationId xmlns:a16="http://schemas.microsoft.com/office/drawing/2014/main" id="{3F5E006D-2BBF-F5F0-55DE-A7DF67A05F77}"/>
              </a:ext>
            </a:extLst>
          </p:cNvPr>
          <p:cNvSpPr>
            <a:spLocks noGrp="1"/>
          </p:cNvSpPr>
          <p:nvPr>
            <p:ph type="sldNum" sz="quarter" idx="12"/>
          </p:nvPr>
        </p:nvSpPr>
        <p:spPr/>
        <p:txBody>
          <a:bodyPr/>
          <a:lstStyle/>
          <a:p>
            <a:fld id="{5AC0B2AF-5F5E-4FFD-8123-A5CB7718ED09}" type="slidenum">
              <a:rPr lang="he-IL" smtClean="0"/>
              <a:t>‹#›</a:t>
            </a:fld>
            <a:endParaRPr lang="he-IL"/>
          </a:p>
        </p:txBody>
      </p:sp>
    </p:spTree>
    <p:extLst>
      <p:ext uri="{BB962C8B-B14F-4D97-AF65-F5344CB8AC3E}">
        <p14:creationId xmlns:p14="http://schemas.microsoft.com/office/powerpoint/2010/main" val="22630672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תמונה עם כיתוב">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C4F8EEC6-E1EE-E781-9485-712BAB7A72F3}"/>
              </a:ext>
            </a:extLst>
          </p:cNvPr>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p>
        </p:txBody>
      </p:sp>
      <p:sp>
        <p:nvSpPr>
          <p:cNvPr id="3" name="מציין מיקום של תמונה 2">
            <a:extLst>
              <a:ext uri="{FF2B5EF4-FFF2-40B4-BE49-F238E27FC236}">
                <a16:creationId xmlns:a16="http://schemas.microsoft.com/office/drawing/2014/main" id="{AE778AFA-BCEB-5146-2600-C95E1D8A342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he-IL"/>
          </a:p>
        </p:txBody>
      </p:sp>
      <p:sp>
        <p:nvSpPr>
          <p:cNvPr id="4" name="מציין מיקום טקסט 3">
            <a:extLst>
              <a:ext uri="{FF2B5EF4-FFF2-40B4-BE49-F238E27FC236}">
                <a16:creationId xmlns:a16="http://schemas.microsoft.com/office/drawing/2014/main" id="{06FABA9F-A794-A1C4-A965-83D73DD8706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לחץ כדי לערוך סגנונות טקסט של תבנית בסיס</a:t>
            </a:r>
          </a:p>
        </p:txBody>
      </p:sp>
      <p:sp>
        <p:nvSpPr>
          <p:cNvPr id="5" name="מציין מיקום של תאריך 4">
            <a:extLst>
              <a:ext uri="{FF2B5EF4-FFF2-40B4-BE49-F238E27FC236}">
                <a16:creationId xmlns:a16="http://schemas.microsoft.com/office/drawing/2014/main" id="{587B6D80-5F5F-33CD-4AAE-84E6F0E42100}"/>
              </a:ext>
            </a:extLst>
          </p:cNvPr>
          <p:cNvSpPr>
            <a:spLocks noGrp="1"/>
          </p:cNvSpPr>
          <p:nvPr>
            <p:ph type="dt" sz="half" idx="10"/>
          </p:nvPr>
        </p:nvSpPr>
        <p:spPr/>
        <p:txBody>
          <a:bodyPr/>
          <a:lstStyle/>
          <a:p>
            <a:fld id="{4B48F87A-E8C0-4D5F-B742-E9601BE871D5}" type="datetimeFigureOut">
              <a:rPr lang="he-IL" smtClean="0"/>
              <a:t>י'/חשון/תשפ"ז</a:t>
            </a:fld>
            <a:endParaRPr lang="he-IL"/>
          </a:p>
        </p:txBody>
      </p:sp>
      <p:sp>
        <p:nvSpPr>
          <p:cNvPr id="6" name="מציין מיקום של כותרת תחתונה 5">
            <a:extLst>
              <a:ext uri="{FF2B5EF4-FFF2-40B4-BE49-F238E27FC236}">
                <a16:creationId xmlns:a16="http://schemas.microsoft.com/office/drawing/2014/main" id="{2ED7265D-F58B-57AD-934A-8EBAF372750A}"/>
              </a:ext>
            </a:extLst>
          </p:cNvPr>
          <p:cNvSpPr>
            <a:spLocks noGrp="1"/>
          </p:cNvSpPr>
          <p:nvPr>
            <p:ph type="ftr" sz="quarter" idx="11"/>
          </p:nvPr>
        </p:nvSpPr>
        <p:spPr/>
        <p:txBody>
          <a:bodyPr/>
          <a:lstStyle/>
          <a:p>
            <a:endParaRPr lang="he-IL"/>
          </a:p>
        </p:txBody>
      </p:sp>
      <p:sp>
        <p:nvSpPr>
          <p:cNvPr id="7" name="מציין מיקום של מספר שקופית 6">
            <a:extLst>
              <a:ext uri="{FF2B5EF4-FFF2-40B4-BE49-F238E27FC236}">
                <a16:creationId xmlns:a16="http://schemas.microsoft.com/office/drawing/2014/main" id="{C0458ADC-4378-DD04-375A-32058F51DEC0}"/>
              </a:ext>
            </a:extLst>
          </p:cNvPr>
          <p:cNvSpPr>
            <a:spLocks noGrp="1"/>
          </p:cNvSpPr>
          <p:nvPr>
            <p:ph type="sldNum" sz="quarter" idx="12"/>
          </p:nvPr>
        </p:nvSpPr>
        <p:spPr/>
        <p:txBody>
          <a:bodyPr/>
          <a:lstStyle/>
          <a:p>
            <a:fld id="{5AC0B2AF-5F5E-4FFD-8123-A5CB7718ED09}" type="slidenum">
              <a:rPr lang="he-IL" smtClean="0"/>
              <a:t>‹#›</a:t>
            </a:fld>
            <a:endParaRPr lang="he-IL"/>
          </a:p>
        </p:txBody>
      </p:sp>
    </p:spTree>
    <p:extLst>
      <p:ext uri="{BB962C8B-B14F-4D97-AF65-F5344CB8AC3E}">
        <p14:creationId xmlns:p14="http://schemas.microsoft.com/office/powerpoint/2010/main" val="42131086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4A5D9891-616A-2C7D-30DD-2059DD021164}"/>
              </a:ext>
            </a:extLst>
          </p:cNvPr>
          <p:cNvSpPr>
            <a:spLocks noGrp="1"/>
          </p:cNvSpPr>
          <p:nvPr>
            <p:ph type="title"/>
          </p:nvPr>
        </p:nvSpPr>
        <p:spPr/>
        <p:txBody>
          <a:bodyPr/>
          <a:lstStyle/>
          <a:p>
            <a:r>
              <a:rPr lang="he-IL"/>
              <a:t>לחץ כדי לערוך סגנון כותרת של תבנית בסיס</a:t>
            </a:r>
          </a:p>
        </p:txBody>
      </p:sp>
      <p:sp>
        <p:nvSpPr>
          <p:cNvPr id="3" name="מציין מיקום של טקסט אנכי 2">
            <a:extLst>
              <a:ext uri="{FF2B5EF4-FFF2-40B4-BE49-F238E27FC236}">
                <a16:creationId xmlns:a16="http://schemas.microsoft.com/office/drawing/2014/main" id="{8D796BD8-CE25-E353-31AD-A44F321734D4}"/>
              </a:ext>
            </a:extLst>
          </p:cNvPr>
          <p:cNvSpPr>
            <a:spLocks noGrp="1"/>
          </p:cNvSpPr>
          <p:nvPr>
            <p:ph type="body" orient="vert" idx="1"/>
          </p:nvPr>
        </p:nvSpPr>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00826B32-E6E5-AEE3-AFD3-3060E596EF4B}"/>
              </a:ext>
            </a:extLst>
          </p:cNvPr>
          <p:cNvSpPr>
            <a:spLocks noGrp="1"/>
          </p:cNvSpPr>
          <p:nvPr>
            <p:ph type="dt" sz="half" idx="10"/>
          </p:nvPr>
        </p:nvSpPr>
        <p:spPr/>
        <p:txBody>
          <a:bodyPr/>
          <a:lstStyle/>
          <a:p>
            <a:fld id="{4B48F87A-E8C0-4D5F-B742-E9601BE871D5}" type="datetimeFigureOut">
              <a:rPr lang="he-IL" smtClean="0"/>
              <a:t>י'/חשון/תשפ"ז</a:t>
            </a:fld>
            <a:endParaRPr lang="he-IL"/>
          </a:p>
        </p:txBody>
      </p:sp>
      <p:sp>
        <p:nvSpPr>
          <p:cNvPr id="5" name="מציין מיקום של כותרת תחתונה 4">
            <a:extLst>
              <a:ext uri="{FF2B5EF4-FFF2-40B4-BE49-F238E27FC236}">
                <a16:creationId xmlns:a16="http://schemas.microsoft.com/office/drawing/2014/main" id="{D2D2DAAA-22E5-DF22-B5A3-1AAFAD6ECD47}"/>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3A6E2A47-A179-3D5D-6C17-327F6B18BC91}"/>
              </a:ext>
            </a:extLst>
          </p:cNvPr>
          <p:cNvSpPr>
            <a:spLocks noGrp="1"/>
          </p:cNvSpPr>
          <p:nvPr>
            <p:ph type="sldNum" sz="quarter" idx="12"/>
          </p:nvPr>
        </p:nvSpPr>
        <p:spPr/>
        <p:txBody>
          <a:bodyPr/>
          <a:lstStyle/>
          <a:p>
            <a:fld id="{5AC0B2AF-5F5E-4FFD-8123-A5CB7718ED09}" type="slidenum">
              <a:rPr lang="he-IL" smtClean="0"/>
              <a:t>‹#›</a:t>
            </a:fld>
            <a:endParaRPr lang="he-IL"/>
          </a:p>
        </p:txBody>
      </p:sp>
    </p:spTree>
    <p:extLst>
      <p:ext uri="{BB962C8B-B14F-4D97-AF65-F5344CB8AC3E}">
        <p14:creationId xmlns:p14="http://schemas.microsoft.com/office/powerpoint/2010/main" val="26102522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כותרת אנכית וטקסט">
    <p:spTree>
      <p:nvGrpSpPr>
        <p:cNvPr id="1" name=""/>
        <p:cNvGrpSpPr/>
        <p:nvPr/>
      </p:nvGrpSpPr>
      <p:grpSpPr>
        <a:xfrm>
          <a:off x="0" y="0"/>
          <a:ext cx="0" cy="0"/>
          <a:chOff x="0" y="0"/>
          <a:chExt cx="0" cy="0"/>
        </a:xfrm>
      </p:grpSpPr>
      <p:sp>
        <p:nvSpPr>
          <p:cNvPr id="2" name="כותרת אנכית 1">
            <a:extLst>
              <a:ext uri="{FF2B5EF4-FFF2-40B4-BE49-F238E27FC236}">
                <a16:creationId xmlns:a16="http://schemas.microsoft.com/office/drawing/2014/main" id="{082A375C-3658-4988-6EF6-4772220EBBDF}"/>
              </a:ext>
            </a:extLst>
          </p:cNvPr>
          <p:cNvSpPr>
            <a:spLocks noGrp="1"/>
          </p:cNvSpPr>
          <p:nvPr>
            <p:ph type="title" orient="vert"/>
          </p:nvPr>
        </p:nvSpPr>
        <p:spPr>
          <a:xfrm>
            <a:off x="8724900" y="365125"/>
            <a:ext cx="2628900" cy="5811838"/>
          </a:xfrm>
        </p:spPr>
        <p:txBody>
          <a:bodyPr vert="eaVert"/>
          <a:lstStyle/>
          <a:p>
            <a:r>
              <a:rPr lang="he-IL"/>
              <a:t>לחץ כדי לערוך סגנון כותרת של תבנית בסיס</a:t>
            </a:r>
          </a:p>
        </p:txBody>
      </p:sp>
      <p:sp>
        <p:nvSpPr>
          <p:cNvPr id="3" name="מציין מיקום של טקסט אנכי 2">
            <a:extLst>
              <a:ext uri="{FF2B5EF4-FFF2-40B4-BE49-F238E27FC236}">
                <a16:creationId xmlns:a16="http://schemas.microsoft.com/office/drawing/2014/main" id="{B496F058-BC5E-0391-E3FE-0470FC935C4E}"/>
              </a:ext>
            </a:extLst>
          </p:cNvPr>
          <p:cNvSpPr>
            <a:spLocks noGrp="1"/>
          </p:cNvSpPr>
          <p:nvPr>
            <p:ph type="body" orient="vert" idx="1"/>
          </p:nvPr>
        </p:nvSpPr>
        <p:spPr>
          <a:xfrm>
            <a:off x="838200" y="365125"/>
            <a:ext cx="7734300" cy="5811838"/>
          </a:xfrm>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1A867F17-DD85-D022-A9E7-4503903830BF}"/>
              </a:ext>
            </a:extLst>
          </p:cNvPr>
          <p:cNvSpPr>
            <a:spLocks noGrp="1"/>
          </p:cNvSpPr>
          <p:nvPr>
            <p:ph type="dt" sz="half" idx="10"/>
          </p:nvPr>
        </p:nvSpPr>
        <p:spPr/>
        <p:txBody>
          <a:bodyPr/>
          <a:lstStyle/>
          <a:p>
            <a:fld id="{4B48F87A-E8C0-4D5F-B742-E9601BE871D5}" type="datetimeFigureOut">
              <a:rPr lang="he-IL" smtClean="0"/>
              <a:t>י'/חשון/תשפ"ז</a:t>
            </a:fld>
            <a:endParaRPr lang="he-IL"/>
          </a:p>
        </p:txBody>
      </p:sp>
      <p:sp>
        <p:nvSpPr>
          <p:cNvPr id="5" name="מציין מיקום של כותרת תחתונה 4">
            <a:extLst>
              <a:ext uri="{FF2B5EF4-FFF2-40B4-BE49-F238E27FC236}">
                <a16:creationId xmlns:a16="http://schemas.microsoft.com/office/drawing/2014/main" id="{DA9D6580-588D-AE2B-FD3C-55C33CF5E8B9}"/>
              </a:ext>
            </a:extLst>
          </p:cNvPr>
          <p:cNvSpPr>
            <a:spLocks noGrp="1"/>
          </p:cNvSpPr>
          <p:nvPr>
            <p:ph type="ftr" sz="quarter" idx="11"/>
          </p:nvPr>
        </p:nvSpPr>
        <p:spPr/>
        <p:txBody>
          <a:bodyPr/>
          <a:lstStyle/>
          <a:p>
            <a:endParaRPr lang="he-IL"/>
          </a:p>
        </p:txBody>
      </p:sp>
      <p:sp>
        <p:nvSpPr>
          <p:cNvPr id="6" name="מציין מיקום של מספר שקופית 5">
            <a:extLst>
              <a:ext uri="{FF2B5EF4-FFF2-40B4-BE49-F238E27FC236}">
                <a16:creationId xmlns:a16="http://schemas.microsoft.com/office/drawing/2014/main" id="{E12DDCAA-E209-AC32-042E-A1DFDBFE5E68}"/>
              </a:ext>
            </a:extLst>
          </p:cNvPr>
          <p:cNvSpPr>
            <a:spLocks noGrp="1"/>
          </p:cNvSpPr>
          <p:nvPr>
            <p:ph type="sldNum" sz="quarter" idx="12"/>
          </p:nvPr>
        </p:nvSpPr>
        <p:spPr/>
        <p:txBody>
          <a:bodyPr/>
          <a:lstStyle/>
          <a:p>
            <a:fld id="{5AC0B2AF-5F5E-4FFD-8123-A5CB7718ED09}" type="slidenum">
              <a:rPr lang="he-IL" smtClean="0"/>
              <a:t>‹#›</a:t>
            </a:fld>
            <a:endParaRPr lang="he-IL"/>
          </a:p>
        </p:txBody>
      </p:sp>
    </p:spTree>
    <p:extLst>
      <p:ext uri="{BB962C8B-B14F-4D97-AF65-F5344CB8AC3E}">
        <p14:creationId xmlns:p14="http://schemas.microsoft.com/office/powerpoint/2010/main" val="5488437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1">
            <a:extLst>
              <a:ext uri="{FF2B5EF4-FFF2-40B4-BE49-F238E27FC236}">
                <a16:creationId xmlns:a16="http://schemas.microsoft.com/office/drawing/2014/main" id="{08FD639E-F842-9B8D-D9DF-30E13D380332}"/>
              </a:ext>
            </a:extLst>
          </p:cNvPr>
          <p:cNvSpPr>
            <a:spLocks noGrp="1"/>
          </p:cNvSpPr>
          <p:nvPr>
            <p:ph type="title"/>
          </p:nvPr>
        </p:nvSpPr>
        <p:spPr>
          <a:xfrm>
            <a:off x="838200" y="365125"/>
            <a:ext cx="10515600" cy="1325563"/>
          </a:xfrm>
          <a:prstGeom prst="rect">
            <a:avLst/>
          </a:prstGeom>
        </p:spPr>
        <p:txBody>
          <a:bodyPr vert="horz" lIns="91440" tIns="45720" rIns="91440" bIns="45720" rtlCol="1" anchor="ctr">
            <a:normAutofit/>
          </a:bodyPr>
          <a:lstStyle/>
          <a:p>
            <a:r>
              <a:rPr lang="he-IL"/>
              <a:t>לחץ כדי לערוך סגנון כותרת של תבנית בסיס</a:t>
            </a:r>
          </a:p>
        </p:txBody>
      </p:sp>
      <p:sp>
        <p:nvSpPr>
          <p:cNvPr id="3" name="מציין מיקום טקסט 2">
            <a:extLst>
              <a:ext uri="{FF2B5EF4-FFF2-40B4-BE49-F238E27FC236}">
                <a16:creationId xmlns:a16="http://schemas.microsoft.com/office/drawing/2014/main" id="{84B2BB6C-151C-9EC9-56A3-6F97F0D1F9E3}"/>
              </a:ext>
            </a:extLst>
          </p:cNvPr>
          <p:cNvSpPr>
            <a:spLocks noGrp="1"/>
          </p:cNvSpPr>
          <p:nvPr>
            <p:ph type="body" idx="1"/>
          </p:nvPr>
        </p:nvSpPr>
        <p:spPr>
          <a:xfrm>
            <a:off x="838200" y="1825625"/>
            <a:ext cx="10515600" cy="4351338"/>
          </a:xfrm>
          <a:prstGeom prst="rect">
            <a:avLst/>
          </a:prstGeom>
        </p:spPr>
        <p:txBody>
          <a:bodyPr vert="horz" lIns="91440" tIns="45720" rIns="91440" bIns="45720" rtlCol="1">
            <a:normAutofit/>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a:extLst>
              <a:ext uri="{FF2B5EF4-FFF2-40B4-BE49-F238E27FC236}">
                <a16:creationId xmlns:a16="http://schemas.microsoft.com/office/drawing/2014/main" id="{8F29E972-565B-D222-D898-E182DB1F93F2}"/>
              </a:ext>
            </a:extLst>
          </p:cNvPr>
          <p:cNvSpPr>
            <a:spLocks noGrp="1"/>
          </p:cNvSpPr>
          <p:nvPr>
            <p:ph type="dt" sz="half" idx="2"/>
          </p:nvPr>
        </p:nvSpPr>
        <p:spPr>
          <a:xfrm>
            <a:off x="8610600" y="6356350"/>
            <a:ext cx="2743200" cy="365125"/>
          </a:xfrm>
          <a:prstGeom prst="rect">
            <a:avLst/>
          </a:prstGeom>
        </p:spPr>
        <p:txBody>
          <a:bodyPr vert="horz" lIns="91440" tIns="45720" rIns="91440" bIns="45720" rtlCol="1" anchor="ctr"/>
          <a:lstStyle>
            <a:lvl1pPr algn="r">
              <a:defRPr sz="1200">
                <a:solidFill>
                  <a:schemeClr val="tx1">
                    <a:tint val="82000"/>
                  </a:schemeClr>
                </a:solidFill>
              </a:defRPr>
            </a:lvl1pPr>
          </a:lstStyle>
          <a:p>
            <a:fld id="{4B48F87A-E8C0-4D5F-B742-E9601BE871D5}" type="datetimeFigureOut">
              <a:rPr lang="he-IL" smtClean="0"/>
              <a:t>י'/חשון/תשפ"ז</a:t>
            </a:fld>
            <a:endParaRPr lang="he-IL"/>
          </a:p>
        </p:txBody>
      </p:sp>
      <p:sp>
        <p:nvSpPr>
          <p:cNvPr id="5" name="מציין מיקום של כותרת תחתונה 4">
            <a:extLst>
              <a:ext uri="{FF2B5EF4-FFF2-40B4-BE49-F238E27FC236}">
                <a16:creationId xmlns:a16="http://schemas.microsoft.com/office/drawing/2014/main" id="{223BB533-A42C-F54B-964B-12968F8DE40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1" anchor="ctr"/>
          <a:lstStyle>
            <a:lvl1pPr algn="ctr">
              <a:defRPr sz="1200">
                <a:solidFill>
                  <a:schemeClr val="tx1">
                    <a:tint val="82000"/>
                  </a:schemeClr>
                </a:solidFill>
              </a:defRPr>
            </a:lvl1pPr>
          </a:lstStyle>
          <a:p>
            <a:endParaRPr lang="he-IL"/>
          </a:p>
        </p:txBody>
      </p:sp>
      <p:sp>
        <p:nvSpPr>
          <p:cNvPr id="6" name="מציין מיקום של מספר שקופית 5">
            <a:extLst>
              <a:ext uri="{FF2B5EF4-FFF2-40B4-BE49-F238E27FC236}">
                <a16:creationId xmlns:a16="http://schemas.microsoft.com/office/drawing/2014/main" id="{1A974A33-AF94-6383-E7C9-B4EC3BD41C8E}"/>
              </a:ext>
            </a:extLst>
          </p:cNvPr>
          <p:cNvSpPr>
            <a:spLocks noGrp="1"/>
          </p:cNvSpPr>
          <p:nvPr>
            <p:ph type="sldNum" sz="quarter" idx="4"/>
          </p:nvPr>
        </p:nvSpPr>
        <p:spPr>
          <a:xfrm>
            <a:off x="838200" y="6356350"/>
            <a:ext cx="2743200" cy="365125"/>
          </a:xfrm>
          <a:prstGeom prst="rect">
            <a:avLst/>
          </a:prstGeom>
        </p:spPr>
        <p:txBody>
          <a:bodyPr vert="horz" lIns="91440" tIns="45720" rIns="91440" bIns="45720" rtlCol="1" anchor="ctr"/>
          <a:lstStyle>
            <a:lvl1pPr algn="l">
              <a:defRPr sz="1200">
                <a:solidFill>
                  <a:schemeClr val="tx1">
                    <a:tint val="82000"/>
                  </a:schemeClr>
                </a:solidFill>
              </a:defRPr>
            </a:lvl1pPr>
          </a:lstStyle>
          <a:p>
            <a:fld id="{5AC0B2AF-5F5E-4FFD-8123-A5CB7718ED09}" type="slidenum">
              <a:rPr lang="he-IL" smtClean="0"/>
              <a:t>‹#›</a:t>
            </a:fld>
            <a:endParaRPr lang="he-IL"/>
          </a:p>
        </p:txBody>
      </p:sp>
    </p:spTree>
    <p:extLst>
      <p:ext uri="{BB962C8B-B14F-4D97-AF65-F5344CB8AC3E}">
        <p14:creationId xmlns:p14="http://schemas.microsoft.com/office/powerpoint/2010/main" val="28516482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r" defTabSz="914400"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png"/><Relationship Id="rId1" Type="http://schemas.openxmlformats.org/officeDocument/2006/relationships/slideLayout" Target="../slideLayouts/slideLayout7.xml"/><Relationship Id="rId4" Type="http://schemas.openxmlformats.org/officeDocument/2006/relationships/image" Target="../media/image8.jpeg"/></Relationships>
</file>

<file path=ppt/slides/_rels/slide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7.xml"/><Relationship Id="rId5" Type="http://schemas.openxmlformats.org/officeDocument/2006/relationships/image" Target="../media/image37.jpg"/><Relationship Id="rId4" Type="http://schemas.openxmlformats.org/officeDocument/2006/relationships/image" Target="../media/image36.png"/></Relationships>
</file>

<file path=ppt/slides/_rels/slide22.xml.rels><?xml version="1.0" encoding="UTF-8" standalone="yes"?>
<Relationships xmlns="http://schemas.openxmlformats.org/package/2006/relationships"><Relationship Id="rId2" Type="http://schemas.openxmlformats.org/officeDocument/2006/relationships/image" Target="../media/image38.jp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39.jp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40.jp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43.jpg"/><Relationship Id="rId2" Type="http://schemas.openxmlformats.org/officeDocument/2006/relationships/image" Target="../media/image42.jp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44.jp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46.jpg"/><Relationship Id="rId2" Type="http://schemas.openxmlformats.org/officeDocument/2006/relationships/image" Target="../media/image45.jp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47.jp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48.jp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49.jp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56.jp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57.jp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58.jp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59.jp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60.jp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61.jp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62.jp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63.jp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63.jp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64.jp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65.jp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66.jp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67.jp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69.gif"/><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70.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תיבת טקסט 5">
            <a:extLst>
              <a:ext uri="{FF2B5EF4-FFF2-40B4-BE49-F238E27FC236}">
                <a16:creationId xmlns:a16="http://schemas.microsoft.com/office/drawing/2014/main" id="{9E1EA947-5F90-8BEA-D4C3-2FCC12052795}"/>
              </a:ext>
            </a:extLst>
          </p:cNvPr>
          <p:cNvSpPr txBox="1"/>
          <p:nvPr/>
        </p:nvSpPr>
        <p:spPr>
          <a:xfrm>
            <a:off x="2562117" y="4680642"/>
            <a:ext cx="3503422" cy="646331"/>
          </a:xfrm>
          <a:prstGeom prst="rect">
            <a:avLst/>
          </a:prstGeom>
          <a:solidFill>
            <a:srgbClr val="FFFF00"/>
          </a:solidFill>
          <a:ln>
            <a:solidFill>
              <a:schemeClr val="tx1"/>
            </a:solidFill>
          </a:ln>
        </p:spPr>
        <p:txBody>
          <a:bodyPr wrap="square">
            <a:spAutoFit/>
          </a:bodyPr>
          <a:lstStyle/>
          <a:p>
            <a:r>
              <a:rPr lang="he-IL" b="1" dirty="0">
                <a:latin typeface="Arial" panose="020B0604020202020204" pitchFamily="34" charset="0"/>
              </a:rPr>
              <a:t>ח' בכסלו תש"ד – ו' בתשרי תשע"ב</a:t>
            </a:r>
          </a:p>
          <a:p>
            <a:pPr algn="ctr"/>
            <a:r>
              <a:rPr lang="he-IL" b="1" i="0" strike="noStrike" dirty="0">
                <a:effectLst/>
                <a:latin typeface="Arial" panose="020B0604020202020204" pitchFamily="34" charset="0"/>
              </a:rPr>
              <a:t>(1943-2011)</a:t>
            </a:r>
            <a:endParaRPr lang="he-IL" b="1" dirty="0"/>
          </a:p>
        </p:txBody>
      </p:sp>
      <p:sp>
        <p:nvSpPr>
          <p:cNvPr id="7" name="תיבת טקסט 6">
            <a:extLst>
              <a:ext uri="{FF2B5EF4-FFF2-40B4-BE49-F238E27FC236}">
                <a16:creationId xmlns:a16="http://schemas.microsoft.com/office/drawing/2014/main" id="{26665924-E76F-D754-E72B-26FD53D81C73}"/>
              </a:ext>
            </a:extLst>
          </p:cNvPr>
          <p:cNvSpPr txBox="1"/>
          <p:nvPr/>
        </p:nvSpPr>
        <p:spPr>
          <a:xfrm>
            <a:off x="3121882" y="532866"/>
            <a:ext cx="2414444" cy="461665"/>
          </a:xfrm>
          <a:prstGeom prst="rect">
            <a:avLst/>
          </a:prstGeom>
          <a:solidFill>
            <a:srgbClr val="FFFF00"/>
          </a:solidFill>
          <a:ln>
            <a:solidFill>
              <a:schemeClr val="tx1"/>
            </a:solidFill>
          </a:ln>
        </p:spPr>
        <p:txBody>
          <a:bodyPr wrap="none" rtlCol="1">
            <a:spAutoFit/>
          </a:bodyPr>
          <a:lstStyle/>
          <a:p>
            <a:r>
              <a:rPr lang="he-IL" sz="2400" b="1" dirty="0"/>
              <a:t>הרב חנן פורת ז"ל</a:t>
            </a:r>
          </a:p>
        </p:txBody>
      </p:sp>
      <p:pic>
        <p:nvPicPr>
          <p:cNvPr id="2" name="תמונה 1" descr="הראי&quot;ה קוּק. ה'תר&quot;פ, 1920">
            <a:extLst>
              <a:ext uri="{FF2B5EF4-FFF2-40B4-BE49-F238E27FC236}">
                <a16:creationId xmlns:a16="http://schemas.microsoft.com/office/drawing/2014/main" id="{5BE3BB43-D29A-3EA2-C886-8E2A465C3770}"/>
              </a:ext>
            </a:extLst>
          </p:cNvPr>
          <p:cNvPicPr>
            <a:picLocks noChangeAspect="1"/>
          </p:cNvPicPr>
          <p:nvPr/>
        </p:nvPicPr>
        <p:blipFill>
          <a:blip r:embed="rId2"/>
          <a:srcRect l="15346" t="5531" r="10925" b="27466"/>
          <a:stretch>
            <a:fillRect/>
          </a:stretch>
        </p:blipFill>
        <p:spPr>
          <a:xfrm>
            <a:off x="7373582" y="1266851"/>
            <a:ext cx="2319866" cy="3094930"/>
          </a:xfrm>
          <a:prstGeom prst="rect">
            <a:avLst/>
          </a:prstGeom>
        </p:spPr>
      </p:pic>
      <p:sp>
        <p:nvSpPr>
          <p:cNvPr id="9" name="תיבת טקסט 8">
            <a:extLst>
              <a:ext uri="{FF2B5EF4-FFF2-40B4-BE49-F238E27FC236}">
                <a16:creationId xmlns:a16="http://schemas.microsoft.com/office/drawing/2014/main" id="{6183B543-2D1D-114E-FAF1-E5BBE89D5DE1}"/>
              </a:ext>
            </a:extLst>
          </p:cNvPr>
          <p:cNvSpPr txBox="1"/>
          <p:nvPr/>
        </p:nvSpPr>
        <p:spPr>
          <a:xfrm>
            <a:off x="7373581" y="510037"/>
            <a:ext cx="2319866" cy="461665"/>
          </a:xfrm>
          <a:prstGeom prst="rect">
            <a:avLst/>
          </a:prstGeom>
          <a:solidFill>
            <a:srgbClr val="FFFF00"/>
          </a:solidFill>
          <a:ln>
            <a:solidFill>
              <a:schemeClr val="tx1"/>
            </a:solidFill>
          </a:ln>
        </p:spPr>
        <p:txBody>
          <a:bodyPr wrap="none" rtlCol="1">
            <a:spAutoFit/>
          </a:bodyPr>
          <a:lstStyle/>
          <a:p>
            <a:r>
              <a:rPr lang="he-IL" sz="2400" b="1" dirty="0" err="1"/>
              <a:t>הראי"ה</a:t>
            </a:r>
            <a:r>
              <a:rPr lang="he-IL" sz="2400" b="1" dirty="0"/>
              <a:t> קוק זצ"ל</a:t>
            </a:r>
          </a:p>
        </p:txBody>
      </p:sp>
      <p:sp>
        <p:nvSpPr>
          <p:cNvPr id="17" name="תיבת טקסט 16">
            <a:extLst>
              <a:ext uri="{FF2B5EF4-FFF2-40B4-BE49-F238E27FC236}">
                <a16:creationId xmlns:a16="http://schemas.microsoft.com/office/drawing/2014/main" id="{C9D73ABB-F279-2559-15D7-A382C21E6971}"/>
              </a:ext>
            </a:extLst>
          </p:cNvPr>
          <p:cNvSpPr txBox="1"/>
          <p:nvPr/>
        </p:nvSpPr>
        <p:spPr>
          <a:xfrm>
            <a:off x="6738388" y="4680642"/>
            <a:ext cx="3590252" cy="646331"/>
          </a:xfrm>
          <a:prstGeom prst="rect">
            <a:avLst/>
          </a:prstGeom>
          <a:solidFill>
            <a:srgbClr val="FFFF00"/>
          </a:solidFill>
          <a:ln>
            <a:solidFill>
              <a:schemeClr val="tx1"/>
            </a:solidFill>
          </a:ln>
        </p:spPr>
        <p:txBody>
          <a:bodyPr wrap="square">
            <a:spAutoFit/>
          </a:bodyPr>
          <a:lstStyle/>
          <a:p>
            <a:r>
              <a:rPr lang="he-IL" b="1" dirty="0"/>
              <a:t>ט"ז באלול תרכ"ה – ג' באלול תרצ"ה</a:t>
            </a:r>
          </a:p>
          <a:p>
            <a:pPr algn="ctr"/>
            <a:r>
              <a:rPr lang="he-IL" b="1" dirty="0"/>
              <a:t>(1865-1935)</a:t>
            </a:r>
          </a:p>
        </p:txBody>
      </p:sp>
      <p:sp>
        <p:nvSpPr>
          <p:cNvPr id="25" name="תיבת טקסט 24">
            <a:extLst>
              <a:ext uri="{FF2B5EF4-FFF2-40B4-BE49-F238E27FC236}">
                <a16:creationId xmlns:a16="http://schemas.microsoft.com/office/drawing/2014/main" id="{EC3D17A0-B9A2-94C1-A456-8C86A0403CFA}"/>
              </a:ext>
            </a:extLst>
          </p:cNvPr>
          <p:cNvSpPr txBox="1"/>
          <p:nvPr/>
        </p:nvSpPr>
        <p:spPr>
          <a:xfrm>
            <a:off x="4329104" y="5986580"/>
            <a:ext cx="3504486" cy="338554"/>
          </a:xfrm>
          <a:prstGeom prst="rect">
            <a:avLst/>
          </a:prstGeom>
          <a:solidFill>
            <a:srgbClr val="FFFF00"/>
          </a:solidFill>
          <a:ln>
            <a:solidFill>
              <a:schemeClr val="tx1"/>
            </a:solidFill>
          </a:ln>
        </p:spPr>
        <p:txBody>
          <a:bodyPr wrap="none" rtlCol="1">
            <a:spAutoFit/>
          </a:bodyPr>
          <a:lstStyle/>
          <a:p>
            <a:r>
              <a:rPr lang="he-IL" sz="1600" b="1" dirty="0"/>
              <a:t>ערך: שמואל </a:t>
            </a:r>
            <a:r>
              <a:rPr lang="he-IL" sz="1600" b="1" dirty="0" err="1"/>
              <a:t>כ"ץ</a:t>
            </a:r>
            <a:r>
              <a:rPr lang="he-IL" sz="1600" b="1" dirty="0"/>
              <a:t>, רב בתי ספר בירושלים</a:t>
            </a:r>
          </a:p>
        </p:txBody>
      </p:sp>
      <p:pic>
        <p:nvPicPr>
          <p:cNvPr id="4" name="תמונה 3">
            <a:extLst>
              <a:ext uri="{FF2B5EF4-FFF2-40B4-BE49-F238E27FC236}">
                <a16:creationId xmlns:a16="http://schemas.microsoft.com/office/drawing/2014/main" id="{62415BCE-A5EC-A690-D1B9-4764B44FD2DD}"/>
              </a:ext>
            </a:extLst>
          </p:cNvPr>
          <p:cNvPicPr>
            <a:picLocks noChangeAspect="1"/>
          </p:cNvPicPr>
          <p:nvPr/>
        </p:nvPicPr>
        <p:blipFill>
          <a:blip r:embed="rId3"/>
          <a:stretch>
            <a:fillRect/>
          </a:stretch>
        </p:blipFill>
        <p:spPr>
          <a:xfrm>
            <a:off x="2987616" y="1266851"/>
            <a:ext cx="2682976" cy="3094930"/>
          </a:xfrm>
          <a:prstGeom prst="rect">
            <a:avLst/>
          </a:prstGeom>
        </p:spPr>
      </p:pic>
    </p:spTree>
    <p:extLst>
      <p:ext uri="{BB962C8B-B14F-4D97-AF65-F5344CB8AC3E}">
        <p14:creationId xmlns:p14="http://schemas.microsoft.com/office/powerpoint/2010/main" val="2597753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E11FAE-B727-4ED2-A3A9-BEE1C5F3518C}"/>
            </a:ext>
          </a:extLst>
        </p:cNvPr>
        <p:cNvGrpSpPr/>
        <p:nvPr/>
      </p:nvGrpSpPr>
      <p:grpSpPr>
        <a:xfrm>
          <a:off x="0" y="0"/>
          <a:ext cx="0" cy="0"/>
          <a:chOff x="0" y="0"/>
          <a:chExt cx="0" cy="0"/>
        </a:xfrm>
      </p:grpSpPr>
      <p:sp>
        <p:nvSpPr>
          <p:cNvPr id="6" name="תיבת טקסט 5">
            <a:extLst>
              <a:ext uri="{FF2B5EF4-FFF2-40B4-BE49-F238E27FC236}">
                <a16:creationId xmlns:a16="http://schemas.microsoft.com/office/drawing/2014/main" id="{8CC9441B-F02F-407F-A679-B0519B0371EC}"/>
              </a:ext>
            </a:extLst>
          </p:cNvPr>
          <p:cNvSpPr txBox="1"/>
          <p:nvPr/>
        </p:nvSpPr>
        <p:spPr>
          <a:xfrm>
            <a:off x="8328587" y="3437390"/>
            <a:ext cx="184731" cy="369332"/>
          </a:xfrm>
          <a:prstGeom prst="rect">
            <a:avLst/>
          </a:prstGeom>
          <a:noFill/>
        </p:spPr>
        <p:txBody>
          <a:bodyPr wrap="none" rtlCol="1">
            <a:spAutoFit/>
          </a:bodyPr>
          <a:lstStyle/>
          <a:p>
            <a:endParaRPr lang="he-IL" dirty="0"/>
          </a:p>
        </p:txBody>
      </p:sp>
      <p:pic>
        <p:nvPicPr>
          <p:cNvPr id="11" name="תמונה 10">
            <a:extLst>
              <a:ext uri="{FF2B5EF4-FFF2-40B4-BE49-F238E27FC236}">
                <a16:creationId xmlns:a16="http://schemas.microsoft.com/office/drawing/2014/main" id="{1D4A7E38-7FBC-E3CA-E6D4-1052F79BD39D}"/>
              </a:ext>
            </a:extLst>
          </p:cNvPr>
          <p:cNvPicPr>
            <a:picLocks noChangeAspect="1"/>
          </p:cNvPicPr>
          <p:nvPr/>
        </p:nvPicPr>
        <p:blipFill>
          <a:blip r:embed="rId2"/>
          <a:stretch>
            <a:fillRect/>
          </a:stretch>
        </p:blipFill>
        <p:spPr>
          <a:xfrm>
            <a:off x="3819934" y="3976742"/>
            <a:ext cx="3157954" cy="2188656"/>
          </a:xfrm>
          <a:prstGeom prst="rect">
            <a:avLst/>
          </a:prstGeom>
          <a:ln>
            <a:solidFill>
              <a:schemeClr val="tx1"/>
            </a:solidFill>
          </a:ln>
        </p:spPr>
      </p:pic>
      <p:sp>
        <p:nvSpPr>
          <p:cNvPr id="2" name="תיבת טקסט 1">
            <a:extLst>
              <a:ext uri="{FF2B5EF4-FFF2-40B4-BE49-F238E27FC236}">
                <a16:creationId xmlns:a16="http://schemas.microsoft.com/office/drawing/2014/main" id="{0A871A78-CB7C-7FD1-9775-5CED230A1B51}"/>
              </a:ext>
            </a:extLst>
          </p:cNvPr>
          <p:cNvSpPr txBox="1"/>
          <p:nvPr/>
        </p:nvSpPr>
        <p:spPr>
          <a:xfrm>
            <a:off x="5192542" y="102103"/>
            <a:ext cx="1806905" cy="338554"/>
          </a:xfrm>
          <a:prstGeom prst="rect">
            <a:avLst/>
          </a:prstGeom>
          <a:solidFill>
            <a:schemeClr val="bg1"/>
          </a:solidFill>
          <a:ln>
            <a:solidFill>
              <a:schemeClr val="tx1"/>
            </a:solidFill>
          </a:ln>
        </p:spPr>
        <p:txBody>
          <a:bodyPr wrap="none" rtlCol="1">
            <a:spAutoFit/>
          </a:bodyPr>
          <a:lstStyle/>
          <a:p>
            <a:r>
              <a:rPr lang="he-IL" sz="1600" b="1" dirty="0">
                <a:solidFill>
                  <a:srgbClr val="0000FF"/>
                </a:solidFill>
              </a:rPr>
              <a:t>בישיבת 'מרכז הרב'</a:t>
            </a:r>
          </a:p>
        </p:txBody>
      </p:sp>
      <p:sp>
        <p:nvSpPr>
          <p:cNvPr id="3" name="תיבת טקסט 2">
            <a:extLst>
              <a:ext uri="{FF2B5EF4-FFF2-40B4-BE49-F238E27FC236}">
                <a16:creationId xmlns:a16="http://schemas.microsoft.com/office/drawing/2014/main" id="{0D5199A9-E485-5822-31DE-18191FBE884E}"/>
              </a:ext>
            </a:extLst>
          </p:cNvPr>
          <p:cNvSpPr txBox="1"/>
          <p:nvPr/>
        </p:nvSpPr>
        <p:spPr>
          <a:xfrm>
            <a:off x="2608340" y="6165398"/>
            <a:ext cx="5168403" cy="523220"/>
          </a:xfrm>
          <a:prstGeom prst="rect">
            <a:avLst/>
          </a:prstGeom>
          <a:noFill/>
        </p:spPr>
        <p:txBody>
          <a:bodyPr wrap="none" rtlCol="1">
            <a:spAutoFit/>
          </a:bodyPr>
          <a:lstStyle/>
          <a:p>
            <a:r>
              <a:rPr lang="he-IL" sz="1400" b="1" dirty="0"/>
              <a:t>בטיול עם חבריו לישיבה, ממנזר מר אליאס, מערת </a:t>
            </a:r>
            <a:r>
              <a:rPr lang="he-IL" sz="1400" b="1" dirty="0" err="1"/>
              <a:t>חריטון</a:t>
            </a:r>
            <a:r>
              <a:rPr lang="he-IL" sz="1400" b="1" dirty="0"/>
              <a:t>, המפל הלבן</a:t>
            </a:r>
          </a:p>
          <a:p>
            <a:r>
              <a:rPr lang="he-IL" sz="1400" b="1" dirty="0"/>
              <a:t>מעינות עין גדי, תמוז תשכ"ז</a:t>
            </a:r>
          </a:p>
        </p:txBody>
      </p:sp>
      <p:pic>
        <p:nvPicPr>
          <p:cNvPr id="7" name="תמונה 6">
            <a:extLst>
              <a:ext uri="{FF2B5EF4-FFF2-40B4-BE49-F238E27FC236}">
                <a16:creationId xmlns:a16="http://schemas.microsoft.com/office/drawing/2014/main" id="{A401587C-C77B-1DFF-5381-F702FFB523CD}"/>
              </a:ext>
            </a:extLst>
          </p:cNvPr>
          <p:cNvPicPr>
            <a:picLocks noChangeAspect="1"/>
          </p:cNvPicPr>
          <p:nvPr/>
        </p:nvPicPr>
        <p:blipFill>
          <a:blip r:embed="rId3"/>
          <a:stretch>
            <a:fillRect/>
          </a:stretch>
        </p:blipFill>
        <p:spPr>
          <a:xfrm>
            <a:off x="1995675" y="1974279"/>
            <a:ext cx="6806472" cy="1603513"/>
          </a:xfrm>
          <a:prstGeom prst="rect">
            <a:avLst/>
          </a:prstGeom>
          <a:ln>
            <a:solidFill>
              <a:schemeClr val="tx1"/>
            </a:solidFill>
          </a:ln>
        </p:spPr>
      </p:pic>
      <p:sp>
        <p:nvSpPr>
          <p:cNvPr id="8" name="תיבת טקסט 7">
            <a:extLst>
              <a:ext uri="{FF2B5EF4-FFF2-40B4-BE49-F238E27FC236}">
                <a16:creationId xmlns:a16="http://schemas.microsoft.com/office/drawing/2014/main" id="{802E2DC0-D16A-9432-7DEB-FAC660CE8012}"/>
              </a:ext>
            </a:extLst>
          </p:cNvPr>
          <p:cNvSpPr txBox="1"/>
          <p:nvPr/>
        </p:nvSpPr>
        <p:spPr>
          <a:xfrm>
            <a:off x="363022" y="568742"/>
            <a:ext cx="11465946" cy="1074781"/>
          </a:xfrm>
          <a:prstGeom prst="rect">
            <a:avLst/>
          </a:prstGeom>
          <a:solidFill>
            <a:srgbClr val="FFFF00"/>
          </a:solidFill>
          <a:ln>
            <a:solidFill>
              <a:schemeClr val="tx1"/>
            </a:solidFill>
          </a:ln>
        </p:spPr>
        <p:txBody>
          <a:bodyPr wrap="square">
            <a:spAutoFit/>
          </a:bodyPr>
          <a:lstStyle/>
          <a:p>
            <a:pPr algn="just" rtl="1">
              <a:lnSpc>
                <a:spcPct val="115000"/>
              </a:lnSpc>
              <a:spcAft>
                <a:spcPts val="800"/>
              </a:spcAft>
              <a:buNone/>
            </a:pPr>
            <a:r>
              <a:rPr lang="he-IL" sz="1400" b="1" kern="100" dirty="0">
                <a:solidFill>
                  <a:srgbClr val="FF0000"/>
                </a:solidFill>
                <a:effectLst/>
                <a:latin typeface="Aptos" panose="020B0004020202020204" pitchFamily="34" charset="0"/>
                <a:ea typeface="Aptos" panose="020B0004020202020204" pitchFamily="34" charset="0"/>
                <a:cs typeface="David" panose="020E0502060401010101" pitchFamily="34" charset="-79"/>
              </a:rPr>
              <a:t>תשכ"ו-תשכ"ז, 1966-1967 – </a:t>
            </a:r>
            <a:r>
              <a:rPr lang="he-IL" sz="1400" b="1" kern="100" dirty="0">
                <a:effectLst/>
                <a:latin typeface="Aptos" panose="020B0004020202020204" pitchFamily="34" charset="0"/>
                <a:ea typeface="Aptos" panose="020B0004020202020204" pitchFamily="34" charset="0"/>
                <a:cs typeface="David" panose="020E0502060401010101" pitchFamily="34" charset="-79"/>
              </a:rPr>
              <a:t>למד בישיבת 'מרכז הרב'. היה מתמיד עצום. נחשב לעילוי, רבים נבאו שהוא יהיה ראש ישיבה גדול. התהלך בפשטות ובענווה. </a:t>
            </a:r>
            <a:r>
              <a:rPr lang="he-IL" sz="1400" b="1" kern="100" dirty="0" err="1">
                <a:effectLst/>
                <a:latin typeface="Aptos" panose="020B0004020202020204" pitchFamily="34" charset="0"/>
                <a:ea typeface="Aptos" panose="020B0004020202020204" pitchFamily="34" charset="0"/>
                <a:cs typeface="David" panose="020E0502060401010101" pitchFamily="34" charset="-79"/>
              </a:rPr>
              <a:t>היתה</a:t>
            </a:r>
            <a:r>
              <a:rPr lang="he-IL" sz="1400" b="1" kern="100" dirty="0">
                <a:effectLst/>
                <a:latin typeface="Aptos" panose="020B0004020202020204" pitchFamily="34" charset="0"/>
                <a:ea typeface="Aptos" panose="020B0004020202020204" pitchFamily="34" charset="0"/>
                <a:cs typeface="David" panose="020E0502060401010101" pitchFamily="34" charset="-79"/>
              </a:rPr>
              <a:t> לו תשוקה מתמדת להתעלות בקודש. היה לו קשר עמוק עם ראש הישיבה, הרב צבי יהודה קוק. לבקשת הרב, לאחר תפילת שחרית העביר בבית המדרש, מעוטר בתפילין, שיעור בהלכה כעשר דקות, תוך הרחבה במקורות. הרב, שמאוד נהנה מכך, ישב אתו לאחר השיעור והעיר לו את הערותיו. העמיק בלימוד תורת </a:t>
            </a:r>
            <a:r>
              <a:rPr lang="he-IL" sz="1400" b="1" kern="100" dirty="0" err="1">
                <a:effectLst/>
                <a:latin typeface="Aptos" panose="020B0004020202020204" pitchFamily="34" charset="0"/>
                <a:ea typeface="Aptos" panose="020B0004020202020204" pitchFamily="34" charset="0"/>
                <a:cs typeface="David" panose="020E0502060401010101" pitchFamily="34" charset="-79"/>
              </a:rPr>
              <a:t>הראי"ה</a:t>
            </a:r>
            <a:r>
              <a:rPr lang="he-IL" sz="1400" b="1" kern="100" dirty="0">
                <a:effectLst/>
                <a:latin typeface="Aptos" panose="020B0004020202020204" pitchFamily="34" charset="0"/>
                <a:ea typeface="Aptos" panose="020B0004020202020204" pitchFamily="34" charset="0"/>
                <a:cs typeface="David" panose="020E0502060401010101" pitchFamily="34" charset="-79"/>
              </a:rPr>
              <a:t> קוק. משנתו ומשנת בנו, הרב צבי יהודה, עיצבו את השקפת עולמו, הן היו הבסיס לכל פעילותו הרבה בעתיד. כתב יומן. תכנן ללמוד בישיבה עוד 10 שנים.    (מתוך: ש' </a:t>
            </a:r>
            <a:r>
              <a:rPr lang="he-IL" sz="1400" b="1" kern="100" dirty="0" err="1">
                <a:effectLst/>
                <a:latin typeface="Aptos" panose="020B0004020202020204" pitchFamily="34" charset="0"/>
                <a:ea typeface="Aptos" panose="020B0004020202020204" pitchFamily="34" charset="0"/>
                <a:cs typeface="David" panose="020E0502060401010101" pitchFamily="34" charset="-79"/>
              </a:rPr>
              <a:t>כ"ץ</a:t>
            </a:r>
            <a:r>
              <a:rPr lang="he-IL" sz="1400" b="1" kern="100" dirty="0">
                <a:effectLst/>
                <a:latin typeface="Aptos" panose="020B0004020202020204" pitchFamily="34" charset="0"/>
                <a:ea typeface="Aptos" panose="020B0004020202020204" pitchFamily="34" charset="0"/>
                <a:cs typeface="David" panose="020E0502060401010101" pitchFamily="34" charset="-79"/>
              </a:rPr>
              <a:t>, תולדות חייו ופועלו של חנן פורת ז"ל)</a:t>
            </a:r>
            <a:endParaRPr lang="en-US" sz="1400" b="1" kern="100" dirty="0">
              <a:effectLst/>
              <a:latin typeface="Aptos" panose="020B0004020202020204" pitchFamily="34" charset="0"/>
              <a:ea typeface="Aptos" panose="020B0004020202020204" pitchFamily="34" charset="0"/>
              <a:cs typeface="Arial" panose="020B0604020202020204" pitchFamily="34" charset="0"/>
            </a:endParaRPr>
          </a:p>
        </p:txBody>
      </p:sp>
      <p:pic>
        <p:nvPicPr>
          <p:cNvPr id="10" name="Picture 14">
            <a:extLst>
              <a:ext uri="{FF2B5EF4-FFF2-40B4-BE49-F238E27FC236}">
                <a16:creationId xmlns:a16="http://schemas.microsoft.com/office/drawing/2014/main" id="{09373066-6ABA-9EB9-C73C-D8C11492BB4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b="21259"/>
          <a:stretch>
            <a:fillRect/>
          </a:stretch>
        </p:blipFill>
        <p:spPr bwMode="auto">
          <a:xfrm>
            <a:off x="9678492" y="2012950"/>
            <a:ext cx="1270000" cy="1416050"/>
          </a:xfrm>
          <a:prstGeom prst="rect">
            <a:avLst/>
          </a:prstGeom>
          <a:noFill/>
          <a:ln w="38100">
            <a:solidFill>
              <a:srgbClr val="0000FF"/>
            </a:solidFill>
            <a:miter lim="800000"/>
            <a:headEnd/>
            <a:tailEnd/>
          </a:ln>
          <a:extLst>
            <a:ext uri="{909E8E84-426E-40DD-AFC4-6F175D3DCCD1}">
              <a14:hiddenFill xmlns:a14="http://schemas.microsoft.com/office/drawing/2010/main">
                <a:solidFill>
                  <a:srgbClr val="FFFFFF"/>
                </a:solidFill>
              </a14:hiddenFill>
            </a:ext>
          </a:extLst>
        </p:spPr>
      </p:pic>
      <p:sp>
        <p:nvSpPr>
          <p:cNvPr id="13" name="מלבן 15">
            <a:extLst>
              <a:ext uri="{FF2B5EF4-FFF2-40B4-BE49-F238E27FC236}">
                <a16:creationId xmlns:a16="http://schemas.microsoft.com/office/drawing/2014/main" id="{6E85F6F6-AA17-3B49-C928-BCE20BD0260B}"/>
              </a:ext>
            </a:extLst>
          </p:cNvPr>
          <p:cNvSpPr>
            <a:spLocks noChangeArrowheads="1"/>
          </p:cNvSpPr>
          <p:nvPr/>
        </p:nvSpPr>
        <p:spPr bwMode="auto">
          <a:xfrm>
            <a:off x="9534272" y="3453522"/>
            <a:ext cx="155844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a:solidFill>
                  <a:schemeClr val="tx1"/>
                </a:solidFill>
                <a:latin typeface="Arial" panose="020B0604020202020204" pitchFamily="34" charset="0"/>
                <a:cs typeface="Arial" panose="020B0604020202020204" pitchFamily="34" charset="0"/>
              </a:defRPr>
            </a:lvl1pPr>
            <a:lvl2pPr marL="742950" indent="-285750">
              <a:defRPr sz="2000" b="1">
                <a:solidFill>
                  <a:schemeClr val="tx1"/>
                </a:solidFill>
                <a:latin typeface="Arial" panose="020B0604020202020204" pitchFamily="34" charset="0"/>
                <a:cs typeface="Arial" panose="020B0604020202020204" pitchFamily="34" charset="0"/>
              </a:defRPr>
            </a:lvl2pPr>
            <a:lvl3pPr marL="1143000" indent="-228600">
              <a:defRPr sz="2000" b="1">
                <a:solidFill>
                  <a:schemeClr val="tx1"/>
                </a:solidFill>
                <a:latin typeface="Arial" panose="020B0604020202020204" pitchFamily="34" charset="0"/>
                <a:cs typeface="Arial" panose="020B0604020202020204" pitchFamily="34" charset="0"/>
              </a:defRPr>
            </a:lvl3pPr>
            <a:lvl4pPr marL="1600200" indent="-228600">
              <a:defRPr sz="2000" b="1">
                <a:solidFill>
                  <a:schemeClr val="tx1"/>
                </a:solidFill>
                <a:latin typeface="Arial" panose="020B0604020202020204" pitchFamily="34" charset="0"/>
                <a:cs typeface="Arial" panose="020B0604020202020204" pitchFamily="34" charset="0"/>
              </a:defRPr>
            </a:lvl4pPr>
            <a:lvl5pPr marL="2057400" indent="-228600">
              <a:defRPr sz="2000" b="1">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r>
              <a:rPr lang="he-IL" altLang="he-IL" sz="1400" dirty="0"/>
              <a:t>הרב צבי יהודה קוק</a:t>
            </a:r>
          </a:p>
          <a:p>
            <a:pPr algn="ctr"/>
            <a:r>
              <a:rPr lang="he-IL" altLang="he-IL" sz="1400" dirty="0"/>
              <a:t>ראש הישיבה</a:t>
            </a:r>
          </a:p>
        </p:txBody>
      </p:sp>
    </p:spTree>
    <p:extLst>
      <p:ext uri="{BB962C8B-B14F-4D97-AF65-F5344CB8AC3E}">
        <p14:creationId xmlns:p14="http://schemas.microsoft.com/office/powerpoint/2010/main" val="3176180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תמונה 2">
            <a:extLst>
              <a:ext uri="{FF2B5EF4-FFF2-40B4-BE49-F238E27FC236}">
                <a16:creationId xmlns:a16="http://schemas.microsoft.com/office/drawing/2014/main" id="{C688DC87-8541-EDDA-D63F-8D19C7C2DDDB}"/>
              </a:ext>
            </a:extLst>
          </p:cNvPr>
          <p:cNvPicPr>
            <a:picLocks noChangeAspect="1"/>
          </p:cNvPicPr>
          <p:nvPr/>
        </p:nvPicPr>
        <p:blipFill>
          <a:blip r:embed="rId2"/>
          <a:stretch>
            <a:fillRect/>
          </a:stretch>
        </p:blipFill>
        <p:spPr>
          <a:xfrm>
            <a:off x="243683" y="1558136"/>
            <a:ext cx="3757772" cy="2521037"/>
          </a:xfrm>
          <a:prstGeom prst="rect">
            <a:avLst/>
          </a:prstGeom>
        </p:spPr>
      </p:pic>
      <p:sp>
        <p:nvSpPr>
          <p:cNvPr id="5" name="Text Box 19">
            <a:extLst>
              <a:ext uri="{FF2B5EF4-FFF2-40B4-BE49-F238E27FC236}">
                <a16:creationId xmlns:a16="http://schemas.microsoft.com/office/drawing/2014/main" id="{033D583A-FB8A-BA32-49DC-F137FF61C30A}"/>
              </a:ext>
            </a:extLst>
          </p:cNvPr>
          <p:cNvSpPr txBox="1">
            <a:spLocks noChangeArrowheads="1"/>
          </p:cNvSpPr>
          <p:nvPr/>
        </p:nvSpPr>
        <p:spPr bwMode="auto">
          <a:xfrm>
            <a:off x="763863" y="4079173"/>
            <a:ext cx="271741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r" rtl="1">
              <a:lnSpc>
                <a:spcPct val="90000"/>
              </a:lnSpc>
              <a:spcBef>
                <a:spcPts val="750"/>
              </a:spcBef>
              <a:buFont typeface="Arial" panose="020B0604020202020204" pitchFamily="34" charset="0"/>
              <a:buChar char="•"/>
              <a:defRPr sz="2100">
                <a:solidFill>
                  <a:schemeClr val="tx1"/>
                </a:solidFill>
                <a:latin typeface="Calibri" panose="020F0502020204030204" pitchFamily="34" charset="0"/>
                <a:cs typeface="Arial" panose="020B0604020202020204" pitchFamily="34" charset="0"/>
              </a:defRPr>
            </a:lvl1pPr>
            <a:lvl2pPr marL="742950" indent="-285750" algn="r" rtl="1">
              <a:lnSpc>
                <a:spcPct val="90000"/>
              </a:lnSpc>
              <a:spcBef>
                <a:spcPts val="375"/>
              </a:spcBef>
              <a:buFont typeface="Arial" panose="020B0604020202020204" pitchFamily="34" charset="0"/>
              <a:buChar char="•"/>
              <a:defRPr>
                <a:solidFill>
                  <a:schemeClr val="tx1"/>
                </a:solidFill>
                <a:latin typeface="Calibri" panose="020F0502020204030204" pitchFamily="34" charset="0"/>
                <a:cs typeface="Arial" panose="020B0604020202020204" pitchFamily="34" charset="0"/>
              </a:defRPr>
            </a:lvl2pPr>
            <a:lvl3pPr marL="1143000" indent="-228600" algn="r" rtl="1">
              <a:lnSpc>
                <a:spcPct val="90000"/>
              </a:lnSpc>
              <a:spcBef>
                <a:spcPts val="375"/>
              </a:spcBef>
              <a:buFont typeface="Arial" panose="020B0604020202020204" pitchFamily="34" charset="0"/>
              <a:buChar char="•"/>
              <a:defRPr sz="1500">
                <a:solidFill>
                  <a:schemeClr val="tx1"/>
                </a:solidFill>
                <a:latin typeface="Calibri" panose="020F0502020204030204" pitchFamily="34" charset="0"/>
                <a:cs typeface="Arial" panose="020B0604020202020204" pitchFamily="34" charset="0"/>
              </a:defRPr>
            </a:lvl3pPr>
            <a:lvl4pPr marL="1600200" indent="-228600" algn="r" rtl="1">
              <a:lnSpc>
                <a:spcPct val="90000"/>
              </a:lnSpc>
              <a:spcBef>
                <a:spcPts val="375"/>
              </a:spcBef>
              <a:buFont typeface="Arial" panose="020B0604020202020204" pitchFamily="34" charset="0"/>
              <a:buChar char="•"/>
              <a:defRPr sz="1300">
                <a:solidFill>
                  <a:schemeClr val="tx1"/>
                </a:solidFill>
                <a:latin typeface="Calibri" panose="020F0502020204030204" pitchFamily="34" charset="0"/>
                <a:cs typeface="Arial" panose="020B0604020202020204" pitchFamily="34" charset="0"/>
              </a:defRPr>
            </a:lvl4pPr>
            <a:lvl5pPr marL="2057400" indent="-228600" algn="r" rtl="1">
              <a:lnSpc>
                <a:spcPct val="90000"/>
              </a:lnSpc>
              <a:spcBef>
                <a:spcPts val="375"/>
              </a:spcBef>
              <a:buFont typeface="Arial" panose="020B0604020202020204" pitchFamily="34" charset="0"/>
              <a:buChar char="•"/>
              <a:defRPr sz="1300">
                <a:solidFill>
                  <a:schemeClr val="tx1"/>
                </a:solidFill>
                <a:latin typeface="Calibri" panose="020F0502020204030204" pitchFamily="34" charset="0"/>
                <a:cs typeface="Arial" panose="020B0604020202020204" pitchFamily="34" charset="0"/>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cs typeface="Arial" panose="020B0604020202020204" pitchFamily="34" charset="0"/>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cs typeface="Arial" panose="020B0604020202020204" pitchFamily="34" charset="0"/>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cs typeface="Arial" panose="020B0604020202020204" pitchFamily="34" charset="0"/>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cs typeface="Arial" panose="020B0604020202020204" pitchFamily="34" charset="0"/>
              </a:defRPr>
            </a:lvl9pPr>
          </a:lstStyle>
          <a:p>
            <a:pPr eaLnBrk="1" hangingPunct="1">
              <a:lnSpc>
                <a:spcPct val="100000"/>
              </a:lnSpc>
              <a:spcBef>
                <a:spcPct val="0"/>
              </a:spcBef>
              <a:buFontTx/>
              <a:buNone/>
            </a:pPr>
            <a:r>
              <a:rPr lang="he-IL" altLang="he-IL" sz="1600" b="1" dirty="0">
                <a:latin typeface="Arial" panose="020B0604020202020204" pitchFamily="34" charset="0"/>
              </a:rPr>
              <a:t>נואם (המרכז) במסיבת ההודיה</a:t>
            </a:r>
            <a:endParaRPr lang="en-US" altLang="he-IL" sz="1600" b="1" dirty="0">
              <a:latin typeface="Arial" panose="020B0604020202020204" pitchFamily="34" charset="0"/>
            </a:endParaRPr>
          </a:p>
        </p:txBody>
      </p:sp>
      <p:sp>
        <p:nvSpPr>
          <p:cNvPr id="4" name="תיבת טקסט 3">
            <a:extLst>
              <a:ext uri="{FF2B5EF4-FFF2-40B4-BE49-F238E27FC236}">
                <a16:creationId xmlns:a16="http://schemas.microsoft.com/office/drawing/2014/main" id="{5E90BF47-56A8-2B39-E8BF-8A9054994BAE}"/>
              </a:ext>
            </a:extLst>
          </p:cNvPr>
          <p:cNvSpPr txBox="1"/>
          <p:nvPr/>
        </p:nvSpPr>
        <p:spPr>
          <a:xfrm>
            <a:off x="483859" y="223288"/>
            <a:ext cx="11398530" cy="827021"/>
          </a:xfrm>
          <a:prstGeom prst="rect">
            <a:avLst/>
          </a:prstGeom>
          <a:solidFill>
            <a:srgbClr val="FFFF00"/>
          </a:solidFill>
          <a:ln>
            <a:solidFill>
              <a:schemeClr val="tx1"/>
            </a:solidFill>
          </a:ln>
        </p:spPr>
        <p:txBody>
          <a:bodyPr wrap="square">
            <a:spAutoFit/>
          </a:bodyPr>
          <a:lstStyle/>
          <a:p>
            <a:pPr algn="just" rtl="1">
              <a:lnSpc>
                <a:spcPct val="115000"/>
              </a:lnSpc>
              <a:spcAft>
                <a:spcPts val="800"/>
              </a:spcAft>
              <a:buNone/>
            </a:pPr>
            <a:r>
              <a:rPr lang="he-IL" sz="1400" b="1" kern="100" dirty="0">
                <a:solidFill>
                  <a:srgbClr val="FF0000"/>
                </a:solidFill>
                <a:effectLst/>
                <a:latin typeface="Aptos" panose="020B0004020202020204" pitchFamily="34" charset="0"/>
                <a:ea typeface="Aptos" panose="020B0004020202020204" pitchFamily="34" charset="0"/>
                <a:cs typeface="David" panose="020E0502060401010101" pitchFamily="34" charset="-79"/>
              </a:rPr>
              <a:t>כ"ד בסיון תשכ"ז, 1967 – </a:t>
            </a:r>
            <a:r>
              <a:rPr lang="he-IL" sz="1400" b="1" kern="100" dirty="0">
                <a:effectLst/>
                <a:latin typeface="Aptos" panose="020B0004020202020204" pitchFamily="34" charset="0"/>
                <a:ea typeface="Aptos" panose="020B0004020202020204" pitchFamily="34" charset="0"/>
                <a:cs typeface="David" panose="020E0502060401010101" pitchFamily="34" charset="-79"/>
              </a:rPr>
              <a:t>בישיבת 'מרכז הרב' התקיימה מסיבת הודיה על הניצחון הגדול במלחמת ששת הימים. נאם בה כנציג הלוחמים. סיפר מחוויותיו במלחמה וההתרגשות בכותל המערבי, והקריא את אשר כתב על הביקור הראשון של שרידי כפר עציון במקום (בט' בסיון). נשיא המדינה, זלמן שזר, שהתרגש מאוד מדבריו חיבק אותו ונשק על מצחו.</a:t>
            </a:r>
            <a:endParaRPr lang="en-US" sz="1400" b="1" kern="100" dirty="0">
              <a:effectLst/>
              <a:latin typeface="Aptos" panose="020B0004020202020204" pitchFamily="34" charset="0"/>
              <a:ea typeface="Aptos" panose="020B0004020202020204" pitchFamily="34" charset="0"/>
              <a:cs typeface="Arial" panose="020B0604020202020204" pitchFamily="34" charset="0"/>
            </a:endParaRPr>
          </a:p>
        </p:txBody>
      </p:sp>
      <p:pic>
        <p:nvPicPr>
          <p:cNvPr id="14" name="תמונה 13">
            <a:extLst>
              <a:ext uri="{FF2B5EF4-FFF2-40B4-BE49-F238E27FC236}">
                <a16:creationId xmlns:a16="http://schemas.microsoft.com/office/drawing/2014/main" id="{935B7B1C-1C70-0596-D5B2-FA2588769A30}"/>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4603" t="7025" r="2578" b="7729"/>
          <a:stretch>
            <a:fillRect/>
          </a:stretch>
        </p:blipFill>
        <p:spPr>
          <a:xfrm>
            <a:off x="4360830" y="1549153"/>
            <a:ext cx="3829717" cy="4971874"/>
          </a:xfrm>
          <a:prstGeom prst="rect">
            <a:avLst/>
          </a:prstGeom>
          <a:ln w="12700">
            <a:solidFill>
              <a:schemeClr val="tx1"/>
            </a:solidFill>
          </a:ln>
        </p:spPr>
      </p:pic>
      <p:sp>
        <p:nvSpPr>
          <p:cNvPr id="15" name="אליפסה 14">
            <a:extLst>
              <a:ext uri="{FF2B5EF4-FFF2-40B4-BE49-F238E27FC236}">
                <a16:creationId xmlns:a16="http://schemas.microsoft.com/office/drawing/2014/main" id="{EABA7150-0CF5-0F0E-5887-DC2D03F1B026}"/>
              </a:ext>
            </a:extLst>
          </p:cNvPr>
          <p:cNvSpPr/>
          <p:nvPr/>
        </p:nvSpPr>
        <p:spPr>
          <a:xfrm>
            <a:off x="4652385" y="4607829"/>
            <a:ext cx="779816" cy="536928"/>
          </a:xfrm>
          <a:prstGeom prst="ellipse">
            <a:avLst/>
          </a:prstGeom>
          <a:noFill/>
          <a:ln w="127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17" name="Picture 11" descr="89C8DBBE">
            <a:extLst>
              <a:ext uri="{FF2B5EF4-FFF2-40B4-BE49-F238E27FC236}">
                <a16:creationId xmlns:a16="http://schemas.microsoft.com/office/drawing/2014/main" id="{68F82B5C-C981-DDF6-C9F6-3D17DC4A72A5}"/>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535000" y="1549153"/>
            <a:ext cx="3347390" cy="2358523"/>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pic>
      <p:sp>
        <p:nvSpPr>
          <p:cNvPr id="19" name="TextBox 1">
            <a:extLst>
              <a:ext uri="{FF2B5EF4-FFF2-40B4-BE49-F238E27FC236}">
                <a16:creationId xmlns:a16="http://schemas.microsoft.com/office/drawing/2014/main" id="{1D9BCBA9-BB30-018C-1987-7423159AF10A}"/>
              </a:ext>
            </a:extLst>
          </p:cNvPr>
          <p:cNvSpPr txBox="1">
            <a:spLocks noChangeArrowheads="1"/>
          </p:cNvSpPr>
          <p:nvPr/>
        </p:nvSpPr>
        <p:spPr bwMode="auto">
          <a:xfrm>
            <a:off x="8631602" y="3907676"/>
            <a:ext cx="334739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a:solidFill>
                  <a:schemeClr val="tx1"/>
                </a:solidFill>
                <a:latin typeface="Arial" panose="020B0604020202020204" pitchFamily="34" charset="0"/>
                <a:cs typeface="Arial" panose="020B0604020202020204" pitchFamily="34" charset="0"/>
              </a:defRPr>
            </a:lvl1pPr>
            <a:lvl2pPr marL="742950" indent="-285750">
              <a:defRPr sz="2000" b="1">
                <a:solidFill>
                  <a:schemeClr val="tx1"/>
                </a:solidFill>
                <a:latin typeface="Arial" panose="020B0604020202020204" pitchFamily="34" charset="0"/>
                <a:cs typeface="Arial" panose="020B0604020202020204" pitchFamily="34" charset="0"/>
              </a:defRPr>
            </a:lvl2pPr>
            <a:lvl3pPr marL="1143000" indent="-228600">
              <a:defRPr sz="2000" b="1">
                <a:solidFill>
                  <a:schemeClr val="tx1"/>
                </a:solidFill>
                <a:latin typeface="Arial" panose="020B0604020202020204" pitchFamily="34" charset="0"/>
                <a:cs typeface="Arial" panose="020B0604020202020204" pitchFamily="34" charset="0"/>
              </a:defRPr>
            </a:lvl3pPr>
            <a:lvl4pPr marL="1600200" indent="-228600">
              <a:defRPr sz="2000" b="1">
                <a:solidFill>
                  <a:schemeClr val="tx1"/>
                </a:solidFill>
                <a:latin typeface="Arial" panose="020B0604020202020204" pitchFamily="34" charset="0"/>
                <a:cs typeface="Arial" panose="020B0604020202020204" pitchFamily="34" charset="0"/>
              </a:defRPr>
            </a:lvl4pPr>
            <a:lvl5pPr marL="2057400" indent="-228600">
              <a:defRPr sz="2000" b="1">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6pPr>
            <a:lvl7pPr marL="2971800" indent="-228600" algn="l" rtl="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7pPr>
            <a:lvl8pPr marL="3429000" indent="-228600" algn="l" rtl="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8pPr>
            <a:lvl9pPr marL="3886200" indent="-228600" algn="l" rtl="0" eaLnBrk="0" fontAlgn="base" hangingPunct="0">
              <a:spcBef>
                <a:spcPct val="0"/>
              </a:spcBef>
              <a:spcAft>
                <a:spcPct val="0"/>
              </a:spcAft>
              <a:defRPr sz="2000" b="1">
                <a:solidFill>
                  <a:schemeClr val="tx1"/>
                </a:solidFill>
                <a:latin typeface="Arial" panose="020B0604020202020204" pitchFamily="34" charset="0"/>
                <a:cs typeface="Arial" panose="020B0604020202020204" pitchFamily="34" charset="0"/>
              </a:defRPr>
            </a:lvl9pPr>
          </a:lstStyle>
          <a:p>
            <a:r>
              <a:rPr lang="he-IL" altLang="he-IL" sz="1400" dirty="0"/>
              <a:t>מימין: הרב הראשי הרב א"י </a:t>
            </a:r>
            <a:r>
              <a:rPr lang="he-IL" altLang="he-IL" sz="1400" dirty="0" err="1"/>
              <a:t>אונטרמן</a:t>
            </a:r>
            <a:r>
              <a:rPr lang="he-IL" altLang="he-IL" sz="1400" dirty="0"/>
              <a:t> (נואם),</a:t>
            </a:r>
          </a:p>
          <a:p>
            <a:r>
              <a:rPr lang="he-IL" altLang="he-IL" sz="1400" dirty="0"/>
              <a:t>נשיא המדינה ז' שזר, הרב צבי יהודה קוק</a:t>
            </a:r>
          </a:p>
        </p:txBody>
      </p:sp>
      <p:sp>
        <p:nvSpPr>
          <p:cNvPr id="2" name="תיבת טקסט 1">
            <a:extLst>
              <a:ext uri="{FF2B5EF4-FFF2-40B4-BE49-F238E27FC236}">
                <a16:creationId xmlns:a16="http://schemas.microsoft.com/office/drawing/2014/main" id="{F02E9C0E-3FE3-AFA0-4A9F-3A6A530CA027}"/>
              </a:ext>
            </a:extLst>
          </p:cNvPr>
          <p:cNvSpPr txBox="1"/>
          <p:nvPr/>
        </p:nvSpPr>
        <p:spPr>
          <a:xfrm>
            <a:off x="4290208" y="6550223"/>
            <a:ext cx="3970959" cy="307777"/>
          </a:xfrm>
          <a:prstGeom prst="rect">
            <a:avLst/>
          </a:prstGeom>
          <a:noFill/>
        </p:spPr>
        <p:txBody>
          <a:bodyPr wrap="none" rtlCol="1">
            <a:spAutoFit/>
          </a:bodyPr>
          <a:lstStyle/>
          <a:p>
            <a:r>
              <a:rPr lang="he-IL" sz="1400" b="1" dirty="0"/>
              <a:t>תכנית המסיבה, חנן פורת </a:t>
            </a:r>
            <a:r>
              <a:rPr lang="he-IL" sz="1400" b="1" dirty="0" err="1"/>
              <a:t>שליט"א</a:t>
            </a:r>
            <a:r>
              <a:rPr lang="he-IL" sz="1400" b="1" dirty="0"/>
              <a:t> בין נציגי הלוחמים</a:t>
            </a:r>
          </a:p>
        </p:txBody>
      </p:sp>
    </p:spTree>
    <p:extLst>
      <p:ext uri="{BB962C8B-B14F-4D97-AF65-F5344CB8AC3E}">
        <p14:creationId xmlns:p14="http://schemas.microsoft.com/office/powerpoint/2010/main" val="33263420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תמונה 2">
            <a:extLst>
              <a:ext uri="{FF2B5EF4-FFF2-40B4-BE49-F238E27FC236}">
                <a16:creationId xmlns:a16="http://schemas.microsoft.com/office/drawing/2014/main" id="{FF2E99F0-27AC-C310-10AA-A01B325C93E6}"/>
              </a:ext>
            </a:extLst>
          </p:cNvPr>
          <p:cNvPicPr>
            <a:picLocks noChangeAspect="1"/>
          </p:cNvPicPr>
          <p:nvPr/>
        </p:nvPicPr>
        <p:blipFill>
          <a:blip r:embed="rId2"/>
          <a:stretch>
            <a:fillRect/>
          </a:stretch>
        </p:blipFill>
        <p:spPr>
          <a:xfrm>
            <a:off x="2060614" y="90435"/>
            <a:ext cx="8070771" cy="6350558"/>
          </a:xfrm>
          <a:prstGeom prst="rect">
            <a:avLst/>
          </a:prstGeom>
        </p:spPr>
      </p:pic>
    </p:spTree>
    <p:extLst>
      <p:ext uri="{BB962C8B-B14F-4D97-AF65-F5344CB8AC3E}">
        <p14:creationId xmlns:p14="http://schemas.microsoft.com/office/powerpoint/2010/main" val="14702022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תמונה 2">
            <a:extLst>
              <a:ext uri="{FF2B5EF4-FFF2-40B4-BE49-F238E27FC236}">
                <a16:creationId xmlns:a16="http://schemas.microsoft.com/office/drawing/2014/main" id="{181C68BB-E7D7-8B4D-E8A3-A44F4AD917B3}"/>
              </a:ext>
            </a:extLst>
          </p:cNvPr>
          <p:cNvPicPr>
            <a:picLocks noChangeAspect="1"/>
          </p:cNvPicPr>
          <p:nvPr/>
        </p:nvPicPr>
        <p:blipFill>
          <a:blip r:embed="rId2"/>
          <a:stretch>
            <a:fillRect/>
          </a:stretch>
        </p:blipFill>
        <p:spPr>
          <a:xfrm>
            <a:off x="7831368" y="261495"/>
            <a:ext cx="3972479" cy="6335009"/>
          </a:xfrm>
          <a:prstGeom prst="rect">
            <a:avLst/>
          </a:prstGeom>
          <a:ln>
            <a:solidFill>
              <a:schemeClr val="tx1"/>
            </a:solidFill>
          </a:ln>
        </p:spPr>
      </p:pic>
      <p:sp>
        <p:nvSpPr>
          <p:cNvPr id="4" name="תיבת טקסט 3">
            <a:extLst>
              <a:ext uri="{FF2B5EF4-FFF2-40B4-BE49-F238E27FC236}">
                <a16:creationId xmlns:a16="http://schemas.microsoft.com/office/drawing/2014/main" id="{EBE9184B-8A77-1354-984A-5F789E47DB1E}"/>
              </a:ext>
            </a:extLst>
          </p:cNvPr>
          <p:cNvSpPr txBox="1"/>
          <p:nvPr/>
        </p:nvSpPr>
        <p:spPr>
          <a:xfrm>
            <a:off x="1048512" y="261495"/>
            <a:ext cx="4919472" cy="5909310"/>
          </a:xfrm>
          <a:prstGeom prst="rect">
            <a:avLst/>
          </a:prstGeom>
          <a:noFill/>
          <a:ln>
            <a:solidFill>
              <a:schemeClr val="tx1"/>
            </a:solidFill>
          </a:ln>
        </p:spPr>
        <p:txBody>
          <a:bodyPr wrap="square">
            <a:spAutoFit/>
          </a:bodyPr>
          <a:lstStyle/>
          <a:p>
            <a:pPr algn="ctr"/>
            <a:r>
              <a:rPr lang="he-IL" sz="1400" b="1" u="sng" dirty="0"/>
              <a:t>שלוש שנים לפטירתו של הרב חנן פורת</a:t>
            </a:r>
          </a:p>
          <a:p>
            <a:pPr algn="just"/>
            <a:r>
              <a:rPr lang="he-IL" sz="1400" b="1" u="sng" dirty="0"/>
              <a:t> </a:t>
            </a:r>
          </a:p>
          <a:p>
            <a:pPr algn="just"/>
            <a:r>
              <a:rPr lang="he-IL" sz="1400" b="1" dirty="0"/>
              <a:t>נחי אייל: "קשה שהוא לא נמצא איתנו היום בכל ההחלטות והצמתים הקשים".</a:t>
            </a:r>
          </a:p>
          <a:p>
            <a:pPr algn="just"/>
            <a:r>
              <a:rPr lang="he-IL" sz="1400" b="1" dirty="0"/>
              <a:t>בני </a:t>
            </a:r>
            <a:r>
              <a:rPr lang="he-IL" sz="1400" b="1" dirty="0" err="1"/>
              <a:t>טוקר</a:t>
            </a:r>
            <a:r>
              <a:rPr lang="he-IL" sz="1400" b="1" dirty="0"/>
              <a:t>, ו' בתשרי תשע"ה, 30.09.14, ערוץ 7</a:t>
            </a:r>
          </a:p>
          <a:p>
            <a:pPr algn="just"/>
            <a:endParaRPr lang="he-IL" sz="1400" b="1" dirty="0"/>
          </a:p>
          <a:p>
            <a:pPr algn="just"/>
            <a:r>
              <a:rPr lang="he-IL" sz="1400" dirty="0"/>
              <a:t>נחי אייל, יו"ר תנועת אורות ומי שעבד לצידו של הרב חנן פורת במשך שנים רבות אומר לערוץ 7 שלוש שנים לאחר פטירתו של חנן, כי תחושות הגעגוע הולכות ומתעצמות.</a:t>
            </a:r>
          </a:p>
          <a:p>
            <a:pPr algn="just"/>
            <a:r>
              <a:rPr lang="he-IL" sz="1400" dirty="0"/>
              <a:t>"זו תחושה קשה שהולכת וגדלה, קשה שחנן לא נמצא איתנו בהחלטות הקשות ובצמתים הקשים", הודה אייל.</a:t>
            </a:r>
          </a:p>
          <a:p>
            <a:pPr algn="just"/>
            <a:endParaRPr lang="he-IL" sz="1400" dirty="0"/>
          </a:p>
          <a:p>
            <a:pPr algn="just"/>
            <a:r>
              <a:rPr lang="he-IL" sz="1400" dirty="0"/>
              <a:t>לדבריו, </a:t>
            </a:r>
            <a:r>
              <a:rPr lang="he-IL" sz="1400" b="1" dirty="0">
                <a:solidFill>
                  <a:srgbClr val="FF0000"/>
                </a:solidFill>
              </a:rPr>
              <a:t>המיוחד בחנן - שהוא היה איש תורה ומעשה יחד</a:t>
            </a:r>
            <a:r>
              <a:rPr lang="he-IL" sz="1400" dirty="0"/>
              <a:t>, "הצד התורני היה מדהים אך לצד זה גם הצד הפרקטי ומתוך כך הוא התווה את דרכה של הציונות הדתית וגוש אמונים ולאחר מכן ההתיישבות ביהודה ושומרון ועולם התורה. כחבר כנסת הוא נתן במקביל שיעורי תורה בכל הארץ זה משהו מדהים".</a:t>
            </a:r>
          </a:p>
          <a:p>
            <a:pPr algn="just"/>
            <a:endParaRPr lang="he-IL" sz="1400" dirty="0"/>
          </a:p>
          <a:p>
            <a:pPr algn="just"/>
            <a:r>
              <a:rPr lang="he-IL" sz="1400" dirty="0"/>
              <a:t>אייל מספר, כי </a:t>
            </a:r>
            <a:r>
              <a:rPr lang="he-IL" sz="1400" b="1" dirty="0">
                <a:solidFill>
                  <a:srgbClr val="FF0000"/>
                </a:solidFill>
              </a:rPr>
              <a:t>חנן תמיד התייעץ עם רבנים, "הוא לא חשש לדבר עם רבנים אך קיבל החלטות לבד, הדמות שהוא הכי העריץ </a:t>
            </a:r>
            <a:r>
              <a:rPr lang="he-IL" sz="1400" b="1" dirty="0" err="1">
                <a:solidFill>
                  <a:srgbClr val="FF0000"/>
                </a:solidFill>
              </a:rPr>
              <a:t>היתה</a:t>
            </a:r>
            <a:r>
              <a:rPr lang="he-IL" sz="1400" b="1" dirty="0">
                <a:solidFill>
                  <a:srgbClr val="FF0000"/>
                </a:solidFill>
              </a:rPr>
              <a:t> דמותו של הרב קוק, הוא כל הזמן הלך לכתבי הרב קוק".</a:t>
            </a:r>
          </a:p>
          <a:p>
            <a:pPr algn="just"/>
            <a:endParaRPr lang="he-IL" sz="1400" dirty="0"/>
          </a:p>
          <a:p>
            <a:pPr algn="just"/>
            <a:r>
              <a:rPr lang="he-IL" sz="1400" dirty="0"/>
              <a:t>נחי אייל אומר שאצל חנן פורת לא היו מגזרים, "הוא היה רב וגם קיבוצניק, איש תורה ואיש מעשה, המתח הזה שבין החרד"לים לליטיים לא היא מורגש אצל חנן. הקודש והחול שימש אצלו ביחד, ראינו בעלוני שבת את דברי התורה לצד שירי החול. הוא דמות יוצאת דופן ומעוררת השראה. דמות מגדלור שיש לנו לאן לשאוף להגיע אליה".</a:t>
            </a:r>
          </a:p>
        </p:txBody>
      </p:sp>
    </p:spTree>
    <p:extLst>
      <p:ext uri="{BB962C8B-B14F-4D97-AF65-F5344CB8AC3E}">
        <p14:creationId xmlns:p14="http://schemas.microsoft.com/office/powerpoint/2010/main" val="27413916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תיבת טקסט 5">
            <a:extLst>
              <a:ext uri="{FF2B5EF4-FFF2-40B4-BE49-F238E27FC236}">
                <a16:creationId xmlns:a16="http://schemas.microsoft.com/office/drawing/2014/main" id="{FD4515AA-F84C-A47A-8B81-5E38A3357E97}"/>
              </a:ext>
            </a:extLst>
          </p:cNvPr>
          <p:cNvSpPr txBox="1"/>
          <p:nvPr/>
        </p:nvSpPr>
        <p:spPr>
          <a:xfrm>
            <a:off x="336804" y="271068"/>
            <a:ext cx="11518392" cy="6137514"/>
          </a:xfrm>
          <a:prstGeom prst="rect">
            <a:avLst/>
          </a:prstGeom>
          <a:noFill/>
          <a:ln>
            <a:solidFill>
              <a:schemeClr val="tx1"/>
            </a:solidFill>
          </a:ln>
        </p:spPr>
        <p:txBody>
          <a:bodyPr wrap="square">
            <a:spAutoFit/>
          </a:bodyPr>
          <a:lstStyle/>
          <a:p>
            <a:pPr algn="just">
              <a:lnSpc>
                <a:spcPct val="115000"/>
              </a:lnSpc>
              <a:spcAft>
                <a:spcPts val="800"/>
              </a:spcAft>
            </a:pPr>
            <a:r>
              <a:rPr lang="he-IL" sz="1400" b="1" kern="100" dirty="0">
                <a:solidFill>
                  <a:srgbClr val="0000FF"/>
                </a:solidFill>
                <a:latin typeface="Aptos" panose="020B0004020202020204" pitchFamily="34" charset="0"/>
                <a:ea typeface="Aptos" panose="020B0004020202020204" pitchFamily="34" charset="0"/>
              </a:rPr>
              <a:t>הרב קובי יקיר, ראש בית המדרש 'תורת המדינה - בית אורות':</a:t>
            </a:r>
            <a:endParaRPr lang="he-IL" sz="1400" kern="100" dirty="0">
              <a:solidFill>
                <a:srgbClr val="0000FF"/>
              </a:solidFill>
              <a:effectLst/>
              <a:latin typeface="Arial" panose="020B0604020202020204" pitchFamily="34" charset="0"/>
              <a:ea typeface="Aptos" panose="020B0004020202020204" pitchFamily="34" charset="0"/>
              <a:cs typeface="Arial" panose="020B0604020202020204" pitchFamily="34" charset="0"/>
            </a:endParaRPr>
          </a:p>
          <a:p>
            <a:pPr>
              <a:lnSpc>
                <a:spcPct val="115000"/>
              </a:lnSpc>
              <a:spcAft>
                <a:spcPts val="800"/>
              </a:spcAft>
            </a:pPr>
            <a:br>
              <a:rPr lang="he-IL" sz="1400" b="1" i="0" dirty="0">
                <a:solidFill>
                  <a:srgbClr val="333333"/>
                </a:solidFill>
                <a:effectLst/>
                <a:latin typeface="SimonaPro"/>
              </a:rPr>
            </a:br>
            <a:r>
              <a:rPr lang="he-IL" sz="1400" b="1" i="0" dirty="0">
                <a:solidFill>
                  <a:srgbClr val="333333"/>
                </a:solidFill>
                <a:effectLst/>
                <a:latin typeface="SimonaPro"/>
              </a:rPr>
              <a:t>איזה קו הרב הוביל?</a:t>
            </a:r>
          </a:p>
          <a:p>
            <a:pPr algn="just">
              <a:lnSpc>
                <a:spcPct val="115000"/>
              </a:lnSpc>
              <a:spcAft>
                <a:spcPts val="800"/>
              </a:spcAft>
            </a:pPr>
            <a:r>
              <a:rPr lang="he-IL" sz="1400" b="0" i="0" dirty="0">
                <a:solidFill>
                  <a:srgbClr val="333333"/>
                </a:solidFill>
                <a:effectLst/>
                <a:latin typeface="SimonaPro"/>
              </a:rPr>
              <a:t>"הרב חנן זה לא עניין של קו. הוא למד בכרם ביבנה ואחר כך במרכז הרב. הוא היה כסולם מוצב ארצה וראשו מגיע השמיימה. איש אשכולות, נטוע בארץ ואיש בית המדרש, נאמן לשליחותו למרות שהיה בו געגוע גדול לבית המדרש. הוא היה גאון, עילוי. הוא היה חזק בבית המדרש ולמרות זאת הקול הפנימי קרא לו לעולם המעשה, להגשים את הגאולה. </a:t>
            </a:r>
          </a:p>
          <a:p>
            <a:pPr algn="just">
              <a:lnSpc>
                <a:spcPct val="115000"/>
              </a:lnSpc>
              <a:spcAft>
                <a:spcPts val="800"/>
              </a:spcAft>
            </a:pPr>
            <a:br>
              <a:rPr lang="he-IL" sz="1400" dirty="0"/>
            </a:br>
            <a:r>
              <a:rPr lang="he-IL" sz="1400" b="0" i="0" dirty="0">
                <a:solidFill>
                  <a:srgbClr val="333333"/>
                </a:solidFill>
                <a:effectLst/>
                <a:latin typeface="SimonaPro"/>
              </a:rPr>
              <a:t>"בספר "רציתי להיות טוב" הוא מספר על יום אחד בו היה עייף מאד מכל הפעילות והעיסוק בצורכי ציבור. בערב הוא מוצא עצמו מתקרב לפרוכת, משקיע בה את ראשו ונזכר בגעגועים בהמולת הלימוד בישיבה בה למד, ואז הוא התחיל לבכות מגעגוע. הוא מתאר את הקשר העמוק שלו לבית המדרש, יחד עם הקול הפנימי שדוחף אותו ללכת, להגשים ולהקים את ההתיישבות. הוא תמיד נשאר איש בית המדרש, יחד עם היותו איש מעשה דגול".</a:t>
            </a:r>
            <a:br>
              <a:rPr lang="he-IL" sz="1400" dirty="0"/>
            </a:br>
            <a:r>
              <a:rPr lang="he-IL" sz="1400" b="0" i="0" dirty="0">
                <a:solidFill>
                  <a:srgbClr val="333333"/>
                </a:solidFill>
                <a:effectLst/>
                <a:latin typeface="SimonaPro"/>
              </a:rPr>
              <a:t>הרב יקיר מספר שאחד המושגים שהטביע הרב פורת היה עומק הפשט: "החידושים שלו היו מדויקים בפסוקים. הוא לימד תנ"ך ועומק הפשט היו מאד חשוב לו: לראות את הדברים של חז"ל עולים מתוך הכתוב. הוא תמיד היה מגיע להבנה מאירה המתיישבת על הלב. ממליץ לכולם לחפש שיעורים שלו במרשתת".</a:t>
            </a:r>
            <a:endParaRPr lang="he-IL" sz="1400" kern="100" dirty="0">
              <a:latin typeface="Aptos" panose="020B0004020202020204" pitchFamily="34" charset="0"/>
              <a:ea typeface="Aptos" panose="020B0004020202020204" pitchFamily="34" charset="0"/>
            </a:endParaRPr>
          </a:p>
          <a:p>
            <a:pPr algn="just">
              <a:lnSpc>
                <a:spcPct val="115000"/>
              </a:lnSpc>
              <a:spcAft>
                <a:spcPts val="800"/>
              </a:spcAft>
            </a:pPr>
            <a:r>
              <a:rPr lang="he-IL" sz="1400" kern="100" dirty="0">
                <a:latin typeface="Aptos" panose="020B0004020202020204" pitchFamily="34" charset="0"/>
                <a:ea typeface="Aptos" panose="020B0004020202020204" pitchFamily="34" charset="0"/>
              </a:rPr>
              <a:t>בתור בחור ישיבה כתב הרב פורת יומן. עוד בהיותו תלמיד ישיבה במרכז הרב, הוא מדבר על תנועה שהרב קוק רצה להקים ודיבר עליה הרבה – "דגל ירושלים". מטרתה לקחת את ציון שהיא ביטוי הגוף והגשמיות של עם ישראל, ולתת לה תוכן רוחני – נשמה של ירושלים. הרב חנן "נדלק" על האידיאולוגיה הזו של תחיית הקודש. הוא כותב ביומנו: </a:t>
            </a:r>
            <a:r>
              <a:rPr lang="he-IL" sz="1400" b="1" kern="100" dirty="0">
                <a:solidFill>
                  <a:srgbClr val="FF0000"/>
                </a:solidFill>
                <a:latin typeface="Aptos" panose="020B0004020202020204" pitchFamily="34" charset="0"/>
                <a:ea typeface="Aptos" panose="020B0004020202020204" pitchFamily="34" charset="0"/>
              </a:rPr>
              <a:t>"הרב קוק זצ"ל הגה בשעתו הקמת תנועה גדולה בשם "דגל ירושלים". כדאי לעיין במצעה ולהתחקות אחרי צעדי </a:t>
            </a:r>
            <a:r>
              <a:rPr lang="he-IL" sz="1400" b="1" kern="100" dirty="0" err="1">
                <a:solidFill>
                  <a:srgbClr val="FF0000"/>
                </a:solidFill>
                <a:latin typeface="Aptos" panose="020B0004020202020204" pitchFamily="34" charset="0"/>
                <a:ea typeface="Aptos" panose="020B0004020202020204" pitchFamily="34" charset="0"/>
              </a:rPr>
              <a:t>הבראשית</a:t>
            </a:r>
            <a:r>
              <a:rPr lang="he-IL" sz="1400" b="1" kern="100" dirty="0">
                <a:solidFill>
                  <a:srgbClr val="FF0000"/>
                </a:solidFill>
                <a:latin typeface="Aptos" panose="020B0004020202020204" pitchFamily="34" charset="0"/>
                <a:ea typeface="Aptos" panose="020B0004020202020204" pitchFamily="34" charset="0"/>
              </a:rPr>
              <a:t> שלה. אתה חש בלהט המתפרץ. שומע את הקריאה הגדולה לבניין בית לאלוקים בארץ הזו".</a:t>
            </a:r>
            <a:r>
              <a:rPr lang="he-IL" sz="1400" kern="100" dirty="0">
                <a:solidFill>
                  <a:srgbClr val="FF0000"/>
                </a:solidFill>
                <a:latin typeface="Aptos" panose="020B0004020202020204" pitchFamily="34" charset="0"/>
                <a:ea typeface="Aptos" panose="020B0004020202020204" pitchFamily="34" charset="0"/>
              </a:rPr>
              <a:t> </a:t>
            </a:r>
            <a:r>
              <a:rPr lang="he-IL" sz="1400" kern="100" dirty="0">
                <a:latin typeface="Aptos" panose="020B0004020202020204" pitchFamily="34" charset="0"/>
                <a:ea typeface="Aptos" panose="020B0004020202020204" pitchFamily="34" charset="0"/>
              </a:rPr>
              <a:t>הרב חנן טען שגם היום אנו זקוקים לתנועה כזו שתהיה תנועה מובילה". </a:t>
            </a:r>
          </a:p>
          <a:p>
            <a:pPr algn="just">
              <a:lnSpc>
                <a:spcPct val="115000"/>
              </a:lnSpc>
              <a:spcAft>
                <a:spcPts val="800"/>
              </a:spcAft>
            </a:pPr>
            <a:r>
              <a:rPr lang="he-IL" sz="1400" kern="100" dirty="0">
                <a:latin typeface="Aptos" panose="020B0004020202020204" pitchFamily="34" charset="0"/>
                <a:ea typeface="Aptos" panose="020B0004020202020204" pitchFamily="34" charset="0"/>
              </a:rPr>
              <a:t>הרב פורת ממשיך וכותב ביומנו: </a:t>
            </a:r>
            <a:r>
              <a:rPr lang="he-IL" sz="1400" b="1" kern="100" dirty="0">
                <a:latin typeface="Aptos" panose="020B0004020202020204" pitchFamily="34" charset="0"/>
                <a:ea typeface="Aptos" panose="020B0004020202020204" pitchFamily="34" charset="0"/>
              </a:rPr>
              <a:t>"לוואי ויבוא יום בו ייבחנו דבריי אלה באומץ, ביוזמה, בהלכה למעשה, ולא במשיכת כתפיים… עד אותו היום מוטב לי להיות השוטה המאמין".</a:t>
            </a:r>
            <a:endParaRPr lang="he-IL" sz="1400" b="1" kern="100" dirty="0">
              <a:latin typeface="Aptos" panose="020B0004020202020204" pitchFamily="34" charset="0"/>
              <a:ea typeface="Aptos" panose="020B0004020202020204" pitchFamily="34" charset="0"/>
              <a:cs typeface="Arial" panose="020B0604020202020204" pitchFamily="34" charset="0"/>
            </a:endParaRPr>
          </a:p>
          <a:p>
            <a:pPr algn="just">
              <a:lnSpc>
                <a:spcPct val="115000"/>
              </a:lnSpc>
              <a:spcAft>
                <a:spcPts val="800"/>
              </a:spcAft>
            </a:pPr>
            <a:r>
              <a:rPr lang="he-IL" sz="1400" kern="100" dirty="0">
                <a:latin typeface="Aptos" panose="020B0004020202020204" pitchFamily="34" charset="0"/>
                <a:ea typeface="Aptos" panose="020B0004020202020204" pitchFamily="34" charset="0"/>
              </a:rPr>
              <a:t>אלו חלומות שלו בתור בחור ישיבה. אחר כך הוא אכן הגשים אותם, בבניין כפר עציון בגוש אמונים, ובהתיישבות ביש"ע. </a:t>
            </a:r>
            <a:r>
              <a:rPr lang="he-IL" sz="1400" b="1" kern="100" dirty="0">
                <a:latin typeface="Aptos" panose="020B0004020202020204" pitchFamily="34" charset="0"/>
                <a:ea typeface="Aptos" panose="020B0004020202020204" pitchFamily="34" charset="0"/>
              </a:rPr>
              <a:t>הרב חנן מאד אהב את מדינת ישראל והשקיע את כל אונו ומרצו לחבר אותה לקודש, כל מהלך חייו הוא בא מתוך גדלות התורה אל עולם המעשה והניע תהליכים </a:t>
            </a:r>
            <a:r>
              <a:rPr lang="he-IL" sz="1400" b="1" kern="100" dirty="0" err="1">
                <a:latin typeface="Aptos" panose="020B0004020202020204" pitchFamily="34" charset="0"/>
                <a:ea typeface="Aptos" panose="020B0004020202020204" pitchFamily="34" charset="0"/>
              </a:rPr>
              <a:t>גאוליים</a:t>
            </a:r>
            <a:r>
              <a:rPr lang="he-IL" sz="1400" b="1" kern="100" dirty="0">
                <a:latin typeface="Aptos" panose="020B0004020202020204" pitchFamily="34" charset="0"/>
                <a:ea typeface="Aptos" panose="020B0004020202020204" pitchFamily="34" charset="0"/>
              </a:rPr>
              <a:t> מתוך קריאה גדולה בשם ה'. הוא היה דורש מעולם התורה לפעול בצורה המעשית, בשלבי הגאולה הבאים: המשך קיבוץ גלויות והשבת המשפט. ולא רק זאת, זכורני אותו מלמד בבית המדרש בבית אורות, כי על כולנו מוטלת המשימה לבנות את המקדש.                                                         </a:t>
            </a:r>
            <a:endParaRPr lang="he-IL" sz="1200" b="1" kern="100" dirty="0">
              <a:latin typeface="Aptos" panose="020B0004020202020204" pitchFamily="34" charset="0"/>
              <a:ea typeface="Aptos" panose="020B0004020202020204" pitchFamily="34" charset="0"/>
            </a:endParaRPr>
          </a:p>
        </p:txBody>
      </p:sp>
      <p:sp>
        <p:nvSpPr>
          <p:cNvPr id="14" name="תיבת טקסט 13">
            <a:extLst>
              <a:ext uri="{FF2B5EF4-FFF2-40B4-BE49-F238E27FC236}">
                <a16:creationId xmlns:a16="http://schemas.microsoft.com/office/drawing/2014/main" id="{51101C49-B7EF-CA36-D7EA-2FB7D63DEF12}"/>
              </a:ext>
            </a:extLst>
          </p:cNvPr>
          <p:cNvSpPr txBox="1"/>
          <p:nvPr/>
        </p:nvSpPr>
        <p:spPr>
          <a:xfrm>
            <a:off x="150280" y="6408582"/>
            <a:ext cx="3167406" cy="307777"/>
          </a:xfrm>
          <a:prstGeom prst="rect">
            <a:avLst/>
          </a:prstGeom>
          <a:noFill/>
          <a:ln>
            <a:noFill/>
          </a:ln>
        </p:spPr>
        <p:txBody>
          <a:bodyPr wrap="square">
            <a:spAutoFit/>
          </a:bodyPr>
          <a:lstStyle/>
          <a:p>
            <a:r>
              <a:rPr lang="he-IL" sz="1400" b="1" kern="100" dirty="0">
                <a:latin typeface="Aptos" panose="020B0004020202020204" pitchFamily="34" charset="0"/>
                <a:ea typeface="Aptos" panose="020B0004020202020204" pitchFamily="34" charset="0"/>
              </a:rPr>
              <a:t>מוריה אופיר, גילוי דעת, ג' תשרי תשפ"ב</a:t>
            </a:r>
            <a:endParaRPr lang="he-IL" sz="1400" dirty="0"/>
          </a:p>
        </p:txBody>
      </p:sp>
    </p:spTree>
    <p:extLst>
      <p:ext uri="{BB962C8B-B14F-4D97-AF65-F5344CB8AC3E}">
        <p14:creationId xmlns:p14="http://schemas.microsoft.com/office/powerpoint/2010/main" val="2905371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תמונה 2">
            <a:extLst>
              <a:ext uri="{FF2B5EF4-FFF2-40B4-BE49-F238E27FC236}">
                <a16:creationId xmlns:a16="http://schemas.microsoft.com/office/drawing/2014/main" id="{501D7C87-3730-D528-398F-DCD61A4B195F}"/>
              </a:ext>
            </a:extLst>
          </p:cNvPr>
          <p:cNvPicPr>
            <a:picLocks noChangeAspect="1"/>
          </p:cNvPicPr>
          <p:nvPr/>
        </p:nvPicPr>
        <p:blipFill>
          <a:blip r:embed="rId2">
            <a:extLst>
              <a:ext uri="{28A0092B-C50C-407E-A947-70E740481C1C}">
                <a14:useLocalDpi xmlns:a14="http://schemas.microsoft.com/office/drawing/2010/main" val="0"/>
              </a:ext>
            </a:extLst>
          </a:blip>
          <a:srcRect l="29190" t="1667" r="7986" b="24166"/>
          <a:stretch>
            <a:fillRect/>
          </a:stretch>
        </p:blipFill>
        <p:spPr>
          <a:xfrm>
            <a:off x="3486275" y="0"/>
            <a:ext cx="3990425" cy="6659022"/>
          </a:xfrm>
          <a:prstGeom prst="rect">
            <a:avLst/>
          </a:prstGeom>
          <a:ln>
            <a:solidFill>
              <a:schemeClr val="tx1"/>
            </a:solidFill>
          </a:ln>
        </p:spPr>
      </p:pic>
      <p:sp>
        <p:nvSpPr>
          <p:cNvPr id="4" name="תיבת טקסט 3">
            <a:extLst>
              <a:ext uri="{FF2B5EF4-FFF2-40B4-BE49-F238E27FC236}">
                <a16:creationId xmlns:a16="http://schemas.microsoft.com/office/drawing/2014/main" id="{42EE295D-D43A-1811-5DEB-047235605B46}"/>
              </a:ext>
            </a:extLst>
          </p:cNvPr>
          <p:cNvSpPr txBox="1"/>
          <p:nvPr/>
        </p:nvSpPr>
        <p:spPr>
          <a:xfrm>
            <a:off x="462602" y="6436970"/>
            <a:ext cx="2925802" cy="307777"/>
          </a:xfrm>
          <a:prstGeom prst="rect">
            <a:avLst/>
          </a:prstGeom>
          <a:noFill/>
        </p:spPr>
        <p:txBody>
          <a:bodyPr wrap="none" rtlCol="1">
            <a:spAutoFit/>
          </a:bodyPr>
          <a:lstStyle/>
          <a:p>
            <a:r>
              <a:rPr lang="he-IL" sz="1400" b="1" dirty="0"/>
              <a:t>מעט מן האור, פרשת בראשית, עמ' 43</a:t>
            </a:r>
          </a:p>
        </p:txBody>
      </p:sp>
      <p:sp>
        <p:nvSpPr>
          <p:cNvPr id="5" name="תיבת טקסט 4">
            <a:extLst>
              <a:ext uri="{FF2B5EF4-FFF2-40B4-BE49-F238E27FC236}">
                <a16:creationId xmlns:a16="http://schemas.microsoft.com/office/drawing/2014/main" id="{D0466533-9A9E-587E-11A3-2D297D00F2EB}"/>
              </a:ext>
            </a:extLst>
          </p:cNvPr>
          <p:cNvSpPr txBox="1"/>
          <p:nvPr/>
        </p:nvSpPr>
        <p:spPr>
          <a:xfrm>
            <a:off x="7798245" y="113253"/>
            <a:ext cx="4003019" cy="584775"/>
          </a:xfrm>
          <a:prstGeom prst="rect">
            <a:avLst/>
          </a:prstGeom>
          <a:solidFill>
            <a:srgbClr val="FFFF00"/>
          </a:solidFill>
          <a:ln>
            <a:solidFill>
              <a:schemeClr val="tx1"/>
            </a:solidFill>
          </a:ln>
        </p:spPr>
        <p:txBody>
          <a:bodyPr wrap="none" rtlCol="1">
            <a:spAutoFit/>
          </a:bodyPr>
          <a:lstStyle/>
          <a:p>
            <a:r>
              <a:rPr lang="he-IL" sz="1600" b="1" dirty="0"/>
              <a:t>ציטוטים מדברי הרב קוק בספרו 'מעט מן האור'</a:t>
            </a:r>
          </a:p>
          <a:p>
            <a:r>
              <a:rPr lang="he-IL" sz="1600" b="1" dirty="0"/>
              <a:t>על </a:t>
            </a:r>
            <a:r>
              <a:rPr lang="he-IL" sz="1600" b="1"/>
              <a:t>פרשת השבוע (מדגם)</a:t>
            </a:r>
            <a:endParaRPr lang="he-IL" sz="1600" b="1" dirty="0"/>
          </a:p>
        </p:txBody>
      </p:sp>
    </p:spTree>
    <p:extLst>
      <p:ext uri="{BB962C8B-B14F-4D97-AF65-F5344CB8AC3E}">
        <p14:creationId xmlns:p14="http://schemas.microsoft.com/office/powerpoint/2010/main" val="16823815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תמונה 2">
            <a:extLst>
              <a:ext uri="{FF2B5EF4-FFF2-40B4-BE49-F238E27FC236}">
                <a16:creationId xmlns:a16="http://schemas.microsoft.com/office/drawing/2014/main" id="{A357CD8F-CEA9-5C60-BF3D-D86BF2C22301}"/>
              </a:ext>
            </a:extLst>
          </p:cNvPr>
          <p:cNvPicPr>
            <a:picLocks noChangeAspect="1"/>
          </p:cNvPicPr>
          <p:nvPr/>
        </p:nvPicPr>
        <p:blipFill>
          <a:blip r:embed="rId2"/>
          <a:stretch>
            <a:fillRect/>
          </a:stretch>
        </p:blipFill>
        <p:spPr>
          <a:xfrm>
            <a:off x="7038581" y="36576"/>
            <a:ext cx="5077219" cy="6753583"/>
          </a:xfrm>
          <a:prstGeom prst="rect">
            <a:avLst/>
          </a:prstGeom>
          <a:ln>
            <a:solidFill>
              <a:schemeClr val="tx1"/>
            </a:solidFill>
          </a:ln>
        </p:spPr>
      </p:pic>
      <p:pic>
        <p:nvPicPr>
          <p:cNvPr id="5" name="תמונה 4">
            <a:extLst>
              <a:ext uri="{FF2B5EF4-FFF2-40B4-BE49-F238E27FC236}">
                <a16:creationId xmlns:a16="http://schemas.microsoft.com/office/drawing/2014/main" id="{6B962C6E-2520-FB90-F98D-5F55B2DA93E4}"/>
              </a:ext>
            </a:extLst>
          </p:cNvPr>
          <p:cNvPicPr>
            <a:picLocks noChangeAspect="1"/>
          </p:cNvPicPr>
          <p:nvPr/>
        </p:nvPicPr>
        <p:blipFill>
          <a:blip r:embed="rId3"/>
          <a:srcRect l="-1" r="1559"/>
          <a:stretch>
            <a:fillRect/>
          </a:stretch>
        </p:blipFill>
        <p:spPr>
          <a:xfrm>
            <a:off x="1930941" y="52208"/>
            <a:ext cx="4999915" cy="6753583"/>
          </a:xfrm>
          <a:prstGeom prst="rect">
            <a:avLst/>
          </a:prstGeom>
          <a:ln>
            <a:solidFill>
              <a:schemeClr val="tx1"/>
            </a:solidFill>
          </a:ln>
        </p:spPr>
      </p:pic>
      <p:sp>
        <p:nvSpPr>
          <p:cNvPr id="6" name="תיבת טקסט 5">
            <a:extLst>
              <a:ext uri="{FF2B5EF4-FFF2-40B4-BE49-F238E27FC236}">
                <a16:creationId xmlns:a16="http://schemas.microsoft.com/office/drawing/2014/main" id="{D35283D8-0B6D-472A-25F6-2FEF06C84943}"/>
              </a:ext>
            </a:extLst>
          </p:cNvPr>
          <p:cNvSpPr txBox="1"/>
          <p:nvPr/>
        </p:nvSpPr>
        <p:spPr>
          <a:xfrm>
            <a:off x="488493" y="5527631"/>
            <a:ext cx="1388585" cy="738664"/>
          </a:xfrm>
          <a:prstGeom prst="rect">
            <a:avLst/>
          </a:prstGeom>
          <a:noFill/>
        </p:spPr>
        <p:txBody>
          <a:bodyPr wrap="none" rtlCol="1">
            <a:spAutoFit/>
          </a:bodyPr>
          <a:lstStyle/>
          <a:p>
            <a:r>
              <a:rPr lang="he-IL" sz="1400" b="1" dirty="0"/>
              <a:t>מגד ירחים 131, </a:t>
            </a:r>
          </a:p>
          <a:p>
            <a:r>
              <a:rPr lang="he-IL" sz="1400" b="1" dirty="0"/>
              <a:t>אלול תש"ע,</a:t>
            </a:r>
          </a:p>
          <a:p>
            <a:r>
              <a:rPr lang="he-IL" sz="1400" b="1" dirty="0"/>
              <a:t>בית הרב קוק</a:t>
            </a:r>
          </a:p>
        </p:txBody>
      </p:sp>
      <p:sp>
        <p:nvSpPr>
          <p:cNvPr id="4" name="תיבת טקסט 3">
            <a:extLst>
              <a:ext uri="{FF2B5EF4-FFF2-40B4-BE49-F238E27FC236}">
                <a16:creationId xmlns:a16="http://schemas.microsoft.com/office/drawing/2014/main" id="{D1B5435B-CACB-9365-0C35-50788C2A8E72}"/>
              </a:ext>
            </a:extLst>
          </p:cNvPr>
          <p:cNvSpPr txBox="1"/>
          <p:nvPr/>
        </p:nvSpPr>
        <p:spPr>
          <a:xfrm>
            <a:off x="146478" y="6282571"/>
            <a:ext cx="1784463" cy="523220"/>
          </a:xfrm>
          <a:prstGeom prst="rect">
            <a:avLst/>
          </a:prstGeom>
          <a:noFill/>
        </p:spPr>
        <p:txBody>
          <a:bodyPr wrap="none" rtlCol="1">
            <a:spAutoFit/>
          </a:bodyPr>
          <a:lstStyle/>
          <a:p>
            <a:r>
              <a:rPr lang="he-IL" sz="1400" b="1" dirty="0"/>
              <a:t>[מעט מן האור, פרשת </a:t>
            </a:r>
          </a:p>
          <a:p>
            <a:r>
              <a:rPr lang="he-IL" sz="1400" b="1" dirty="0"/>
              <a:t>לך </a:t>
            </a:r>
            <a:r>
              <a:rPr lang="he-IL" sz="1400" b="1" dirty="0" err="1"/>
              <a:t>לך</a:t>
            </a:r>
            <a:r>
              <a:rPr lang="he-IL" sz="1400" b="1" dirty="0"/>
              <a:t> (מקוצר)]</a:t>
            </a:r>
          </a:p>
        </p:txBody>
      </p:sp>
      <p:sp>
        <p:nvSpPr>
          <p:cNvPr id="2" name="מלבן: פינות מעוגלות 1">
            <a:extLst>
              <a:ext uri="{FF2B5EF4-FFF2-40B4-BE49-F238E27FC236}">
                <a16:creationId xmlns:a16="http://schemas.microsoft.com/office/drawing/2014/main" id="{02148019-191E-A893-BEF7-9D8452C56648}"/>
              </a:ext>
            </a:extLst>
          </p:cNvPr>
          <p:cNvSpPr/>
          <p:nvPr/>
        </p:nvSpPr>
        <p:spPr>
          <a:xfrm>
            <a:off x="7697038" y="1557495"/>
            <a:ext cx="1406770" cy="622997"/>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8" name="מלבן: פינות מעוגלות 7">
            <a:extLst>
              <a:ext uri="{FF2B5EF4-FFF2-40B4-BE49-F238E27FC236}">
                <a16:creationId xmlns:a16="http://schemas.microsoft.com/office/drawing/2014/main" id="{0367C4DF-58C9-2320-6ED1-5D7A61A2B1E0}"/>
              </a:ext>
            </a:extLst>
          </p:cNvPr>
          <p:cNvSpPr/>
          <p:nvPr/>
        </p:nvSpPr>
        <p:spPr>
          <a:xfrm>
            <a:off x="7718811" y="4463143"/>
            <a:ext cx="1406770" cy="390211"/>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0" name="מלבן: פינות מעוגלות 9">
            <a:extLst>
              <a:ext uri="{FF2B5EF4-FFF2-40B4-BE49-F238E27FC236}">
                <a16:creationId xmlns:a16="http://schemas.microsoft.com/office/drawing/2014/main" id="{4A746BF5-E38B-E787-2001-CE20862D61E0}"/>
              </a:ext>
            </a:extLst>
          </p:cNvPr>
          <p:cNvSpPr/>
          <p:nvPr/>
        </p:nvSpPr>
        <p:spPr>
          <a:xfrm>
            <a:off x="4893547" y="3227196"/>
            <a:ext cx="1498881" cy="3454958"/>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12" name="תמונה 11">
            <a:extLst>
              <a:ext uri="{FF2B5EF4-FFF2-40B4-BE49-F238E27FC236}">
                <a16:creationId xmlns:a16="http://schemas.microsoft.com/office/drawing/2014/main" id="{4BA1D33F-4E7A-9815-E753-6D348BC68755}"/>
              </a:ext>
            </a:extLst>
          </p:cNvPr>
          <p:cNvPicPr>
            <a:picLocks noChangeAspect="1"/>
          </p:cNvPicPr>
          <p:nvPr/>
        </p:nvPicPr>
        <p:blipFill>
          <a:blip r:embed="rId4"/>
          <a:stretch>
            <a:fillRect/>
          </a:stretch>
        </p:blipFill>
        <p:spPr>
          <a:xfrm>
            <a:off x="3506875" y="36576"/>
            <a:ext cx="1386672" cy="1229516"/>
          </a:xfrm>
          <a:prstGeom prst="rect">
            <a:avLst/>
          </a:prstGeom>
        </p:spPr>
      </p:pic>
    </p:spTree>
    <p:extLst>
      <p:ext uri="{BB962C8B-B14F-4D97-AF65-F5344CB8AC3E}">
        <p14:creationId xmlns:p14="http://schemas.microsoft.com/office/powerpoint/2010/main" val="17277675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תמונה 4">
            <a:extLst>
              <a:ext uri="{FF2B5EF4-FFF2-40B4-BE49-F238E27FC236}">
                <a16:creationId xmlns:a16="http://schemas.microsoft.com/office/drawing/2014/main" id="{0E15AD11-A050-48A0-1C99-CE4FEE15F461}"/>
              </a:ext>
            </a:extLst>
          </p:cNvPr>
          <p:cNvPicPr>
            <a:picLocks noChangeAspect="1"/>
          </p:cNvPicPr>
          <p:nvPr/>
        </p:nvPicPr>
        <p:blipFill>
          <a:blip r:embed="rId2"/>
          <a:stretch>
            <a:fillRect/>
          </a:stretch>
        </p:blipFill>
        <p:spPr>
          <a:xfrm>
            <a:off x="1062829" y="59659"/>
            <a:ext cx="4439270" cy="6738681"/>
          </a:xfrm>
          <a:prstGeom prst="rect">
            <a:avLst/>
          </a:prstGeom>
          <a:ln>
            <a:solidFill>
              <a:schemeClr val="tx1"/>
            </a:solidFill>
          </a:ln>
        </p:spPr>
      </p:pic>
      <p:pic>
        <p:nvPicPr>
          <p:cNvPr id="4" name="תמונה 3">
            <a:extLst>
              <a:ext uri="{FF2B5EF4-FFF2-40B4-BE49-F238E27FC236}">
                <a16:creationId xmlns:a16="http://schemas.microsoft.com/office/drawing/2014/main" id="{144B2F7A-19A0-BD84-2629-F21E39F67F03}"/>
              </a:ext>
            </a:extLst>
          </p:cNvPr>
          <p:cNvPicPr>
            <a:picLocks noChangeAspect="1"/>
          </p:cNvPicPr>
          <p:nvPr/>
        </p:nvPicPr>
        <p:blipFill>
          <a:blip r:embed="rId3"/>
          <a:stretch>
            <a:fillRect/>
          </a:stretch>
        </p:blipFill>
        <p:spPr>
          <a:xfrm>
            <a:off x="6689902" y="36428"/>
            <a:ext cx="4439270" cy="6754168"/>
          </a:xfrm>
          <a:prstGeom prst="rect">
            <a:avLst/>
          </a:prstGeom>
          <a:ln>
            <a:solidFill>
              <a:schemeClr val="tx1"/>
            </a:solidFill>
          </a:ln>
        </p:spPr>
      </p:pic>
      <p:sp>
        <p:nvSpPr>
          <p:cNvPr id="6" name="תיבת טקסט 5">
            <a:extLst>
              <a:ext uri="{FF2B5EF4-FFF2-40B4-BE49-F238E27FC236}">
                <a16:creationId xmlns:a16="http://schemas.microsoft.com/office/drawing/2014/main" id="{BE530D27-C702-53B5-96AA-809E46ABC7CD}"/>
              </a:ext>
            </a:extLst>
          </p:cNvPr>
          <p:cNvSpPr txBox="1"/>
          <p:nvPr/>
        </p:nvSpPr>
        <p:spPr>
          <a:xfrm>
            <a:off x="6732396" y="2622620"/>
            <a:ext cx="4366631" cy="1838848"/>
          </a:xfrm>
          <a:prstGeom prst="rect">
            <a:avLst/>
          </a:prstGeom>
          <a:noFill/>
          <a:ln w="19050">
            <a:solidFill>
              <a:srgbClr val="FF0000"/>
            </a:solidFill>
          </a:ln>
        </p:spPr>
        <p:txBody>
          <a:bodyPr wrap="square" rtlCol="1">
            <a:spAutoFit/>
          </a:bodyPr>
          <a:lstStyle/>
          <a:p>
            <a:endParaRPr lang="he-IL" dirty="0"/>
          </a:p>
        </p:txBody>
      </p:sp>
      <p:sp>
        <p:nvSpPr>
          <p:cNvPr id="9" name="מלבן 8">
            <a:extLst>
              <a:ext uri="{FF2B5EF4-FFF2-40B4-BE49-F238E27FC236}">
                <a16:creationId xmlns:a16="http://schemas.microsoft.com/office/drawing/2014/main" id="{EFDA69A1-4621-4C62-2941-592861829551}"/>
              </a:ext>
            </a:extLst>
          </p:cNvPr>
          <p:cNvSpPr/>
          <p:nvPr/>
        </p:nvSpPr>
        <p:spPr>
          <a:xfrm>
            <a:off x="1124267" y="89803"/>
            <a:ext cx="4316394" cy="106575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Tree>
    <p:extLst>
      <p:ext uri="{BB962C8B-B14F-4D97-AF65-F5344CB8AC3E}">
        <p14:creationId xmlns:p14="http://schemas.microsoft.com/office/powerpoint/2010/main" val="13334310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תמונה 2">
            <a:extLst>
              <a:ext uri="{FF2B5EF4-FFF2-40B4-BE49-F238E27FC236}">
                <a16:creationId xmlns:a16="http://schemas.microsoft.com/office/drawing/2014/main" id="{CA9D2C33-7F88-045D-6CE7-242F74085C03}"/>
              </a:ext>
            </a:extLst>
          </p:cNvPr>
          <p:cNvPicPr>
            <a:picLocks noChangeAspect="1"/>
          </p:cNvPicPr>
          <p:nvPr/>
        </p:nvPicPr>
        <p:blipFill>
          <a:blip r:embed="rId2"/>
          <a:stretch>
            <a:fillRect/>
          </a:stretch>
        </p:blipFill>
        <p:spPr>
          <a:xfrm>
            <a:off x="2599107" y="121861"/>
            <a:ext cx="6993786" cy="6614278"/>
          </a:xfrm>
          <a:prstGeom prst="rect">
            <a:avLst/>
          </a:prstGeom>
          <a:ln>
            <a:solidFill>
              <a:schemeClr val="tx1"/>
            </a:solidFill>
          </a:ln>
        </p:spPr>
      </p:pic>
      <p:sp>
        <p:nvSpPr>
          <p:cNvPr id="4" name="מלבן: פינות מעוגלות 3">
            <a:extLst>
              <a:ext uri="{FF2B5EF4-FFF2-40B4-BE49-F238E27FC236}">
                <a16:creationId xmlns:a16="http://schemas.microsoft.com/office/drawing/2014/main" id="{6FEC5B50-2A98-9671-BD01-7FC691D16C7E}"/>
              </a:ext>
            </a:extLst>
          </p:cNvPr>
          <p:cNvSpPr/>
          <p:nvPr/>
        </p:nvSpPr>
        <p:spPr>
          <a:xfrm>
            <a:off x="2629251" y="1014884"/>
            <a:ext cx="6816200" cy="884255"/>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Tree>
    <p:extLst>
      <p:ext uri="{BB962C8B-B14F-4D97-AF65-F5344CB8AC3E}">
        <p14:creationId xmlns:p14="http://schemas.microsoft.com/office/powerpoint/2010/main" val="41018438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תמונה 2">
            <a:extLst>
              <a:ext uri="{FF2B5EF4-FFF2-40B4-BE49-F238E27FC236}">
                <a16:creationId xmlns:a16="http://schemas.microsoft.com/office/drawing/2014/main" id="{B99F06B9-5F35-B8BD-C756-BB9EAEDCEFBA}"/>
              </a:ext>
            </a:extLst>
          </p:cNvPr>
          <p:cNvPicPr>
            <a:picLocks noChangeAspect="1"/>
          </p:cNvPicPr>
          <p:nvPr/>
        </p:nvPicPr>
        <p:blipFill>
          <a:blip r:embed="rId2"/>
          <a:stretch>
            <a:fillRect/>
          </a:stretch>
        </p:blipFill>
        <p:spPr>
          <a:xfrm>
            <a:off x="2723069" y="177632"/>
            <a:ext cx="6873878" cy="6502735"/>
          </a:xfrm>
          <a:prstGeom prst="rect">
            <a:avLst/>
          </a:prstGeom>
          <a:ln>
            <a:solidFill>
              <a:schemeClr val="tx1"/>
            </a:solidFill>
          </a:ln>
        </p:spPr>
      </p:pic>
    </p:spTree>
    <p:extLst>
      <p:ext uri="{BB962C8B-B14F-4D97-AF65-F5344CB8AC3E}">
        <p14:creationId xmlns:p14="http://schemas.microsoft.com/office/powerpoint/2010/main" val="6085118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תמונה 2">
            <a:extLst>
              <a:ext uri="{FF2B5EF4-FFF2-40B4-BE49-F238E27FC236}">
                <a16:creationId xmlns:a16="http://schemas.microsoft.com/office/drawing/2014/main" id="{BDBDE08F-C19F-BABB-8B2D-7A9BD7D54673}"/>
              </a:ext>
            </a:extLst>
          </p:cNvPr>
          <p:cNvPicPr>
            <a:picLocks noChangeAspect="1"/>
          </p:cNvPicPr>
          <p:nvPr/>
        </p:nvPicPr>
        <p:blipFill>
          <a:blip r:embed="rId2"/>
          <a:stretch>
            <a:fillRect/>
          </a:stretch>
        </p:blipFill>
        <p:spPr>
          <a:xfrm>
            <a:off x="2841551" y="134147"/>
            <a:ext cx="6508898" cy="6276177"/>
          </a:xfrm>
          <a:prstGeom prst="rect">
            <a:avLst/>
          </a:prstGeom>
          <a:ln>
            <a:solidFill>
              <a:schemeClr val="tx1"/>
            </a:solidFill>
          </a:ln>
        </p:spPr>
      </p:pic>
      <p:sp>
        <p:nvSpPr>
          <p:cNvPr id="5" name="תיבת טקסט 4">
            <a:extLst>
              <a:ext uri="{FF2B5EF4-FFF2-40B4-BE49-F238E27FC236}">
                <a16:creationId xmlns:a16="http://schemas.microsoft.com/office/drawing/2014/main" id="{0C876E0C-3DEB-0DE6-22AA-BAC880117D18}"/>
              </a:ext>
            </a:extLst>
          </p:cNvPr>
          <p:cNvSpPr txBox="1"/>
          <p:nvPr/>
        </p:nvSpPr>
        <p:spPr>
          <a:xfrm>
            <a:off x="2749115" y="6410324"/>
            <a:ext cx="2316661" cy="307777"/>
          </a:xfrm>
          <a:prstGeom prst="rect">
            <a:avLst/>
          </a:prstGeom>
          <a:noFill/>
        </p:spPr>
        <p:txBody>
          <a:bodyPr wrap="none" rtlCol="1">
            <a:spAutoFit/>
          </a:bodyPr>
          <a:lstStyle/>
          <a:p>
            <a:r>
              <a:rPr lang="he-IL" sz="1400" b="1" dirty="0"/>
              <a:t>מעט מן האור, פרשת חיי שרה</a:t>
            </a:r>
          </a:p>
        </p:txBody>
      </p:sp>
      <p:sp>
        <p:nvSpPr>
          <p:cNvPr id="4" name="תיבת טקסט 3">
            <a:extLst>
              <a:ext uri="{FF2B5EF4-FFF2-40B4-BE49-F238E27FC236}">
                <a16:creationId xmlns:a16="http://schemas.microsoft.com/office/drawing/2014/main" id="{3D89D0F8-BE7D-649E-DBD0-CC82E2F4C954}"/>
              </a:ext>
            </a:extLst>
          </p:cNvPr>
          <p:cNvSpPr txBox="1"/>
          <p:nvPr/>
        </p:nvSpPr>
        <p:spPr>
          <a:xfrm>
            <a:off x="1178961" y="6167018"/>
            <a:ext cx="1616372" cy="307777"/>
          </a:xfrm>
          <a:prstGeom prst="rect">
            <a:avLst/>
          </a:prstGeom>
          <a:noFill/>
        </p:spPr>
        <p:txBody>
          <a:bodyPr wrap="square" rtlCol="1">
            <a:spAutoFit/>
          </a:bodyPr>
          <a:lstStyle/>
          <a:p>
            <a:r>
              <a:rPr lang="he-IL" sz="1400" b="1" dirty="0"/>
              <a:t>אתר תנועת 'אורות'</a:t>
            </a:r>
          </a:p>
        </p:txBody>
      </p:sp>
      <p:sp>
        <p:nvSpPr>
          <p:cNvPr id="7" name="מלבן 6">
            <a:extLst>
              <a:ext uri="{FF2B5EF4-FFF2-40B4-BE49-F238E27FC236}">
                <a16:creationId xmlns:a16="http://schemas.microsoft.com/office/drawing/2014/main" id="{E16B89DE-148F-62B4-7711-B23059AC967B}"/>
              </a:ext>
            </a:extLst>
          </p:cNvPr>
          <p:cNvSpPr/>
          <p:nvPr/>
        </p:nvSpPr>
        <p:spPr>
          <a:xfrm>
            <a:off x="2891791" y="170824"/>
            <a:ext cx="6412981" cy="320793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9" name="מלבן 8">
            <a:extLst>
              <a:ext uri="{FF2B5EF4-FFF2-40B4-BE49-F238E27FC236}">
                <a16:creationId xmlns:a16="http://schemas.microsoft.com/office/drawing/2014/main" id="{F900B57D-E3BB-E5ED-8BB4-EB96E7645B12}"/>
              </a:ext>
            </a:extLst>
          </p:cNvPr>
          <p:cNvSpPr/>
          <p:nvPr/>
        </p:nvSpPr>
        <p:spPr>
          <a:xfrm>
            <a:off x="2881743" y="4350935"/>
            <a:ext cx="6412981" cy="2059389"/>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Tree>
    <p:extLst>
      <p:ext uri="{BB962C8B-B14F-4D97-AF65-F5344CB8AC3E}">
        <p14:creationId xmlns:p14="http://schemas.microsoft.com/office/powerpoint/2010/main" val="1392939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תמונה 2">
            <a:extLst>
              <a:ext uri="{FF2B5EF4-FFF2-40B4-BE49-F238E27FC236}">
                <a16:creationId xmlns:a16="http://schemas.microsoft.com/office/drawing/2014/main" id="{7DFF596B-0EF7-9BA9-9F2A-625E0F1CC587}"/>
              </a:ext>
            </a:extLst>
          </p:cNvPr>
          <p:cNvPicPr>
            <a:picLocks noChangeAspect="1"/>
          </p:cNvPicPr>
          <p:nvPr/>
        </p:nvPicPr>
        <p:blipFill>
          <a:blip r:embed="rId2"/>
          <a:stretch>
            <a:fillRect/>
          </a:stretch>
        </p:blipFill>
        <p:spPr>
          <a:xfrm>
            <a:off x="2746486" y="79180"/>
            <a:ext cx="6699027" cy="6403916"/>
          </a:xfrm>
          <a:prstGeom prst="rect">
            <a:avLst/>
          </a:prstGeom>
          <a:ln>
            <a:solidFill>
              <a:schemeClr val="tx1"/>
            </a:solidFill>
          </a:ln>
        </p:spPr>
      </p:pic>
      <p:sp>
        <p:nvSpPr>
          <p:cNvPr id="4" name="מלבן 3">
            <a:extLst>
              <a:ext uri="{FF2B5EF4-FFF2-40B4-BE49-F238E27FC236}">
                <a16:creationId xmlns:a16="http://schemas.microsoft.com/office/drawing/2014/main" id="{CA978942-2289-1EA7-5C07-CE3C1D97DD2B}"/>
              </a:ext>
            </a:extLst>
          </p:cNvPr>
          <p:cNvSpPr/>
          <p:nvPr/>
        </p:nvSpPr>
        <p:spPr>
          <a:xfrm>
            <a:off x="2819172" y="4001155"/>
            <a:ext cx="6556005" cy="2481941"/>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Tree>
    <p:extLst>
      <p:ext uri="{BB962C8B-B14F-4D97-AF65-F5344CB8AC3E}">
        <p14:creationId xmlns:p14="http://schemas.microsoft.com/office/powerpoint/2010/main" val="11142704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תמונה 2">
            <a:extLst>
              <a:ext uri="{FF2B5EF4-FFF2-40B4-BE49-F238E27FC236}">
                <a16:creationId xmlns:a16="http://schemas.microsoft.com/office/drawing/2014/main" id="{5F4B5841-7C93-F95C-A4A3-4F4172118581}"/>
              </a:ext>
            </a:extLst>
          </p:cNvPr>
          <p:cNvPicPr>
            <a:picLocks noChangeAspect="1"/>
          </p:cNvPicPr>
          <p:nvPr/>
        </p:nvPicPr>
        <p:blipFill>
          <a:blip r:embed="rId2"/>
          <a:stretch>
            <a:fillRect/>
          </a:stretch>
        </p:blipFill>
        <p:spPr>
          <a:xfrm>
            <a:off x="2415774" y="224352"/>
            <a:ext cx="7360452" cy="6107956"/>
          </a:xfrm>
          <a:prstGeom prst="rect">
            <a:avLst/>
          </a:prstGeom>
          <a:ln>
            <a:solidFill>
              <a:schemeClr val="tx1"/>
            </a:solidFill>
          </a:ln>
        </p:spPr>
      </p:pic>
      <p:sp>
        <p:nvSpPr>
          <p:cNvPr id="4" name="תיבת טקסט 3">
            <a:extLst>
              <a:ext uri="{FF2B5EF4-FFF2-40B4-BE49-F238E27FC236}">
                <a16:creationId xmlns:a16="http://schemas.microsoft.com/office/drawing/2014/main" id="{075C70A9-2274-F544-DFC9-BE275C1983A1}"/>
              </a:ext>
            </a:extLst>
          </p:cNvPr>
          <p:cNvSpPr txBox="1"/>
          <p:nvPr/>
        </p:nvSpPr>
        <p:spPr>
          <a:xfrm>
            <a:off x="2294707" y="6332308"/>
            <a:ext cx="3466013" cy="307777"/>
          </a:xfrm>
          <a:prstGeom prst="rect">
            <a:avLst/>
          </a:prstGeom>
          <a:noFill/>
        </p:spPr>
        <p:txBody>
          <a:bodyPr wrap="none" rtlCol="1">
            <a:spAutoFit/>
          </a:bodyPr>
          <a:lstStyle/>
          <a:p>
            <a:r>
              <a:rPr lang="he-IL" sz="1400" b="1" dirty="0"/>
              <a:t>מעט מן האור, פרשת ואתחנן, 'נחמו </a:t>
            </a:r>
            <a:r>
              <a:rPr lang="he-IL" sz="1400" b="1" dirty="0" err="1"/>
              <a:t>נחמו</a:t>
            </a:r>
            <a:r>
              <a:rPr lang="he-IL" sz="1400" b="1" dirty="0"/>
              <a:t> עמי'</a:t>
            </a:r>
          </a:p>
        </p:txBody>
      </p:sp>
      <p:sp>
        <p:nvSpPr>
          <p:cNvPr id="5" name="מלבן 4">
            <a:extLst>
              <a:ext uri="{FF2B5EF4-FFF2-40B4-BE49-F238E27FC236}">
                <a16:creationId xmlns:a16="http://schemas.microsoft.com/office/drawing/2014/main" id="{94B5AAD4-26C3-B0AE-39E2-1DA31F0946F5}"/>
              </a:ext>
            </a:extLst>
          </p:cNvPr>
          <p:cNvSpPr/>
          <p:nvPr/>
        </p:nvSpPr>
        <p:spPr>
          <a:xfrm>
            <a:off x="2512089" y="224353"/>
            <a:ext cx="7174588" cy="211691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Tree>
    <p:extLst>
      <p:ext uri="{BB962C8B-B14F-4D97-AF65-F5344CB8AC3E}">
        <p14:creationId xmlns:p14="http://schemas.microsoft.com/office/powerpoint/2010/main" val="3736025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תמונה 4">
            <a:extLst>
              <a:ext uri="{FF2B5EF4-FFF2-40B4-BE49-F238E27FC236}">
                <a16:creationId xmlns:a16="http://schemas.microsoft.com/office/drawing/2014/main" id="{3DDCE1D7-875E-D6EE-4D23-769301337CC8}"/>
              </a:ext>
            </a:extLst>
          </p:cNvPr>
          <p:cNvPicPr>
            <a:picLocks noChangeAspect="1"/>
          </p:cNvPicPr>
          <p:nvPr/>
        </p:nvPicPr>
        <p:blipFill>
          <a:blip r:embed="rId2"/>
          <a:stretch>
            <a:fillRect/>
          </a:stretch>
        </p:blipFill>
        <p:spPr>
          <a:xfrm>
            <a:off x="157905" y="585216"/>
            <a:ext cx="5766451" cy="5495544"/>
          </a:xfrm>
          <a:prstGeom prst="rect">
            <a:avLst/>
          </a:prstGeom>
          <a:ln>
            <a:solidFill>
              <a:schemeClr val="tx1"/>
            </a:solidFill>
          </a:ln>
        </p:spPr>
      </p:pic>
      <p:pic>
        <p:nvPicPr>
          <p:cNvPr id="7" name="תמונה 6">
            <a:extLst>
              <a:ext uri="{FF2B5EF4-FFF2-40B4-BE49-F238E27FC236}">
                <a16:creationId xmlns:a16="http://schemas.microsoft.com/office/drawing/2014/main" id="{743EE75C-EB71-BEF4-1C6B-62998B525217}"/>
              </a:ext>
            </a:extLst>
          </p:cNvPr>
          <p:cNvPicPr>
            <a:picLocks noChangeAspect="1"/>
          </p:cNvPicPr>
          <p:nvPr/>
        </p:nvPicPr>
        <p:blipFill>
          <a:blip r:embed="rId3"/>
          <a:stretch>
            <a:fillRect/>
          </a:stretch>
        </p:blipFill>
        <p:spPr>
          <a:xfrm>
            <a:off x="6096000" y="585216"/>
            <a:ext cx="5938095" cy="5495544"/>
          </a:xfrm>
          <a:prstGeom prst="rect">
            <a:avLst/>
          </a:prstGeom>
          <a:ln>
            <a:solidFill>
              <a:schemeClr val="tx1"/>
            </a:solidFill>
          </a:ln>
        </p:spPr>
      </p:pic>
      <p:sp>
        <p:nvSpPr>
          <p:cNvPr id="10" name="תיבת טקסט 9">
            <a:extLst>
              <a:ext uri="{FF2B5EF4-FFF2-40B4-BE49-F238E27FC236}">
                <a16:creationId xmlns:a16="http://schemas.microsoft.com/office/drawing/2014/main" id="{14771F2C-C976-622D-DD58-4CA77D0F45DB}"/>
              </a:ext>
            </a:extLst>
          </p:cNvPr>
          <p:cNvSpPr txBox="1"/>
          <p:nvPr/>
        </p:nvSpPr>
        <p:spPr>
          <a:xfrm>
            <a:off x="194481" y="4288536"/>
            <a:ext cx="5666823" cy="548640"/>
          </a:xfrm>
          <a:prstGeom prst="rect">
            <a:avLst/>
          </a:prstGeom>
          <a:noFill/>
          <a:ln w="19050">
            <a:solidFill>
              <a:srgbClr val="FF0000"/>
            </a:solidFill>
          </a:ln>
        </p:spPr>
        <p:txBody>
          <a:bodyPr wrap="square" rtlCol="1">
            <a:spAutoFit/>
          </a:bodyPr>
          <a:lstStyle/>
          <a:p>
            <a:endParaRPr lang="he-IL" dirty="0"/>
          </a:p>
        </p:txBody>
      </p:sp>
    </p:spTree>
    <p:extLst>
      <p:ext uri="{BB962C8B-B14F-4D97-AF65-F5344CB8AC3E}">
        <p14:creationId xmlns:p14="http://schemas.microsoft.com/office/powerpoint/2010/main" val="18426136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תמונה 2">
            <a:extLst>
              <a:ext uri="{FF2B5EF4-FFF2-40B4-BE49-F238E27FC236}">
                <a16:creationId xmlns:a16="http://schemas.microsoft.com/office/drawing/2014/main" id="{AA4DA8BA-5F37-F073-5F49-B87F5793E521}"/>
              </a:ext>
            </a:extLst>
          </p:cNvPr>
          <p:cNvPicPr>
            <a:picLocks noChangeAspect="1"/>
          </p:cNvPicPr>
          <p:nvPr/>
        </p:nvPicPr>
        <p:blipFill>
          <a:blip r:embed="rId2"/>
          <a:srcRect b="3638"/>
          <a:stretch>
            <a:fillRect/>
          </a:stretch>
        </p:blipFill>
        <p:spPr>
          <a:xfrm>
            <a:off x="6096000" y="558492"/>
            <a:ext cx="5982494" cy="5503682"/>
          </a:xfrm>
          <a:prstGeom prst="rect">
            <a:avLst/>
          </a:prstGeom>
          <a:ln>
            <a:solidFill>
              <a:schemeClr val="tx1"/>
            </a:solidFill>
          </a:ln>
        </p:spPr>
      </p:pic>
      <p:pic>
        <p:nvPicPr>
          <p:cNvPr id="5" name="תמונה 4">
            <a:extLst>
              <a:ext uri="{FF2B5EF4-FFF2-40B4-BE49-F238E27FC236}">
                <a16:creationId xmlns:a16="http://schemas.microsoft.com/office/drawing/2014/main" id="{810BC1BA-CC12-08F1-B197-B1490F06A8E7}"/>
              </a:ext>
            </a:extLst>
          </p:cNvPr>
          <p:cNvPicPr>
            <a:picLocks noChangeAspect="1"/>
          </p:cNvPicPr>
          <p:nvPr/>
        </p:nvPicPr>
        <p:blipFill>
          <a:blip r:embed="rId3"/>
          <a:stretch>
            <a:fillRect/>
          </a:stretch>
        </p:blipFill>
        <p:spPr>
          <a:xfrm>
            <a:off x="193854" y="558492"/>
            <a:ext cx="5673316" cy="5503682"/>
          </a:xfrm>
          <a:prstGeom prst="rect">
            <a:avLst/>
          </a:prstGeom>
          <a:ln>
            <a:solidFill>
              <a:schemeClr val="tx1"/>
            </a:solidFill>
          </a:ln>
        </p:spPr>
      </p:pic>
    </p:spTree>
    <p:extLst>
      <p:ext uri="{BB962C8B-B14F-4D97-AF65-F5344CB8AC3E}">
        <p14:creationId xmlns:p14="http://schemas.microsoft.com/office/powerpoint/2010/main" val="6926120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תמונה 6">
            <a:extLst>
              <a:ext uri="{FF2B5EF4-FFF2-40B4-BE49-F238E27FC236}">
                <a16:creationId xmlns:a16="http://schemas.microsoft.com/office/drawing/2014/main" id="{1D403001-486D-F9CE-F58A-249254316145}"/>
              </a:ext>
            </a:extLst>
          </p:cNvPr>
          <p:cNvPicPr>
            <a:picLocks noChangeAspect="1"/>
          </p:cNvPicPr>
          <p:nvPr/>
        </p:nvPicPr>
        <p:blipFill>
          <a:blip r:embed="rId2"/>
          <a:stretch>
            <a:fillRect/>
          </a:stretch>
        </p:blipFill>
        <p:spPr>
          <a:xfrm>
            <a:off x="6051970" y="548637"/>
            <a:ext cx="6042409" cy="5559553"/>
          </a:xfrm>
          <a:prstGeom prst="rect">
            <a:avLst/>
          </a:prstGeom>
          <a:ln>
            <a:solidFill>
              <a:schemeClr val="tx1"/>
            </a:solidFill>
          </a:ln>
        </p:spPr>
      </p:pic>
      <p:pic>
        <p:nvPicPr>
          <p:cNvPr id="9" name="תמונה 8">
            <a:extLst>
              <a:ext uri="{FF2B5EF4-FFF2-40B4-BE49-F238E27FC236}">
                <a16:creationId xmlns:a16="http://schemas.microsoft.com/office/drawing/2014/main" id="{A410C625-5D2A-6FAD-F7BA-D3F8CE1DB516}"/>
              </a:ext>
            </a:extLst>
          </p:cNvPr>
          <p:cNvPicPr>
            <a:picLocks noChangeAspect="1"/>
          </p:cNvPicPr>
          <p:nvPr/>
        </p:nvPicPr>
        <p:blipFill>
          <a:blip r:embed="rId3"/>
          <a:stretch>
            <a:fillRect/>
          </a:stretch>
        </p:blipFill>
        <p:spPr>
          <a:xfrm>
            <a:off x="125053" y="548638"/>
            <a:ext cx="5761837" cy="5559553"/>
          </a:xfrm>
          <a:prstGeom prst="rect">
            <a:avLst/>
          </a:prstGeom>
          <a:ln>
            <a:solidFill>
              <a:schemeClr val="tx1"/>
            </a:solidFill>
          </a:ln>
        </p:spPr>
      </p:pic>
    </p:spTree>
    <p:extLst>
      <p:ext uri="{BB962C8B-B14F-4D97-AF65-F5344CB8AC3E}">
        <p14:creationId xmlns:p14="http://schemas.microsoft.com/office/powerpoint/2010/main" val="13313720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תמונה 2">
            <a:extLst>
              <a:ext uri="{FF2B5EF4-FFF2-40B4-BE49-F238E27FC236}">
                <a16:creationId xmlns:a16="http://schemas.microsoft.com/office/drawing/2014/main" id="{20298FF7-4F77-E05E-2D0C-E1EEBBDF0F45}"/>
              </a:ext>
            </a:extLst>
          </p:cNvPr>
          <p:cNvPicPr>
            <a:picLocks noChangeAspect="1"/>
          </p:cNvPicPr>
          <p:nvPr/>
        </p:nvPicPr>
        <p:blipFill>
          <a:blip r:embed="rId2"/>
          <a:stretch>
            <a:fillRect/>
          </a:stretch>
        </p:blipFill>
        <p:spPr>
          <a:xfrm>
            <a:off x="6560925" y="566928"/>
            <a:ext cx="5503059" cy="4764024"/>
          </a:xfrm>
          <a:prstGeom prst="rect">
            <a:avLst/>
          </a:prstGeom>
          <a:ln>
            <a:solidFill>
              <a:schemeClr val="tx1"/>
            </a:solidFill>
          </a:ln>
        </p:spPr>
      </p:pic>
      <p:pic>
        <p:nvPicPr>
          <p:cNvPr id="5" name="תמונה 4">
            <a:extLst>
              <a:ext uri="{FF2B5EF4-FFF2-40B4-BE49-F238E27FC236}">
                <a16:creationId xmlns:a16="http://schemas.microsoft.com/office/drawing/2014/main" id="{045D52D5-BB7F-771C-A77E-265E35CA8C23}"/>
              </a:ext>
            </a:extLst>
          </p:cNvPr>
          <p:cNvPicPr>
            <a:picLocks noChangeAspect="1"/>
          </p:cNvPicPr>
          <p:nvPr/>
        </p:nvPicPr>
        <p:blipFill>
          <a:blip r:embed="rId3"/>
          <a:stretch>
            <a:fillRect/>
          </a:stretch>
        </p:blipFill>
        <p:spPr>
          <a:xfrm>
            <a:off x="128016" y="566928"/>
            <a:ext cx="6302777" cy="3449351"/>
          </a:xfrm>
          <a:prstGeom prst="rect">
            <a:avLst/>
          </a:prstGeom>
          <a:ln>
            <a:solidFill>
              <a:schemeClr val="tx1"/>
            </a:solidFill>
          </a:ln>
        </p:spPr>
      </p:pic>
      <p:sp>
        <p:nvSpPr>
          <p:cNvPr id="6" name="תיבת טקסט 5">
            <a:extLst>
              <a:ext uri="{FF2B5EF4-FFF2-40B4-BE49-F238E27FC236}">
                <a16:creationId xmlns:a16="http://schemas.microsoft.com/office/drawing/2014/main" id="{E3FC3305-E973-143E-A9F5-68D1170ABE12}"/>
              </a:ext>
            </a:extLst>
          </p:cNvPr>
          <p:cNvSpPr txBox="1"/>
          <p:nvPr/>
        </p:nvSpPr>
        <p:spPr>
          <a:xfrm>
            <a:off x="-2116" y="4016279"/>
            <a:ext cx="2302172" cy="307777"/>
          </a:xfrm>
          <a:prstGeom prst="rect">
            <a:avLst/>
          </a:prstGeom>
          <a:noFill/>
        </p:spPr>
        <p:txBody>
          <a:bodyPr wrap="square" rtlCol="1">
            <a:spAutoFit/>
          </a:bodyPr>
          <a:lstStyle/>
          <a:p>
            <a:r>
              <a:rPr lang="he-IL" sz="1400" b="1" dirty="0"/>
              <a:t>מעט מן האור, פרשת שופטים</a:t>
            </a:r>
          </a:p>
        </p:txBody>
      </p:sp>
      <p:sp>
        <p:nvSpPr>
          <p:cNvPr id="7" name="תיבת טקסט 6">
            <a:extLst>
              <a:ext uri="{FF2B5EF4-FFF2-40B4-BE49-F238E27FC236}">
                <a16:creationId xmlns:a16="http://schemas.microsoft.com/office/drawing/2014/main" id="{A2809512-D02F-D665-F46C-E8335533E508}"/>
              </a:ext>
            </a:extLst>
          </p:cNvPr>
          <p:cNvSpPr txBox="1"/>
          <p:nvPr/>
        </p:nvSpPr>
        <p:spPr>
          <a:xfrm>
            <a:off x="6629400" y="1984248"/>
            <a:ext cx="5349240" cy="1124712"/>
          </a:xfrm>
          <a:prstGeom prst="rect">
            <a:avLst/>
          </a:prstGeom>
          <a:noFill/>
          <a:ln w="19050">
            <a:solidFill>
              <a:srgbClr val="FF0000"/>
            </a:solidFill>
          </a:ln>
        </p:spPr>
        <p:txBody>
          <a:bodyPr wrap="square" rtlCol="1">
            <a:spAutoFit/>
          </a:bodyPr>
          <a:lstStyle/>
          <a:p>
            <a:endParaRPr lang="he-IL" dirty="0"/>
          </a:p>
        </p:txBody>
      </p:sp>
    </p:spTree>
    <p:extLst>
      <p:ext uri="{BB962C8B-B14F-4D97-AF65-F5344CB8AC3E}">
        <p14:creationId xmlns:p14="http://schemas.microsoft.com/office/powerpoint/2010/main" val="23651520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תמונה 2">
            <a:extLst>
              <a:ext uri="{FF2B5EF4-FFF2-40B4-BE49-F238E27FC236}">
                <a16:creationId xmlns:a16="http://schemas.microsoft.com/office/drawing/2014/main" id="{150C1268-6252-A63F-B28D-8E30A9A13B51}"/>
              </a:ext>
            </a:extLst>
          </p:cNvPr>
          <p:cNvPicPr>
            <a:picLocks noChangeAspect="1"/>
          </p:cNvPicPr>
          <p:nvPr/>
        </p:nvPicPr>
        <p:blipFill>
          <a:blip r:embed="rId2"/>
          <a:stretch>
            <a:fillRect/>
          </a:stretch>
        </p:blipFill>
        <p:spPr>
          <a:xfrm>
            <a:off x="6189549" y="575105"/>
            <a:ext cx="5836343" cy="5707790"/>
          </a:xfrm>
          <a:prstGeom prst="rect">
            <a:avLst/>
          </a:prstGeom>
          <a:ln>
            <a:solidFill>
              <a:schemeClr val="tx1"/>
            </a:solidFill>
          </a:ln>
        </p:spPr>
      </p:pic>
      <p:pic>
        <p:nvPicPr>
          <p:cNvPr id="5" name="תמונה 4">
            <a:extLst>
              <a:ext uri="{FF2B5EF4-FFF2-40B4-BE49-F238E27FC236}">
                <a16:creationId xmlns:a16="http://schemas.microsoft.com/office/drawing/2014/main" id="{6C36CDBB-FA3B-A334-FFF4-042A802BA0DD}"/>
              </a:ext>
            </a:extLst>
          </p:cNvPr>
          <p:cNvPicPr>
            <a:picLocks noChangeAspect="1"/>
          </p:cNvPicPr>
          <p:nvPr/>
        </p:nvPicPr>
        <p:blipFill>
          <a:blip r:embed="rId3"/>
          <a:stretch>
            <a:fillRect/>
          </a:stretch>
        </p:blipFill>
        <p:spPr>
          <a:xfrm>
            <a:off x="166108" y="575105"/>
            <a:ext cx="5713484" cy="5713484"/>
          </a:xfrm>
          <a:prstGeom prst="rect">
            <a:avLst/>
          </a:prstGeom>
          <a:ln>
            <a:solidFill>
              <a:schemeClr val="tx1"/>
            </a:solidFill>
          </a:ln>
        </p:spPr>
      </p:pic>
      <p:sp>
        <p:nvSpPr>
          <p:cNvPr id="2" name="תיבת טקסט 1">
            <a:extLst>
              <a:ext uri="{FF2B5EF4-FFF2-40B4-BE49-F238E27FC236}">
                <a16:creationId xmlns:a16="http://schemas.microsoft.com/office/drawing/2014/main" id="{B8C132B3-0AD7-9F6E-88D6-BCE9BBC59FB3}"/>
              </a:ext>
            </a:extLst>
          </p:cNvPr>
          <p:cNvSpPr txBox="1"/>
          <p:nvPr/>
        </p:nvSpPr>
        <p:spPr>
          <a:xfrm>
            <a:off x="4636305" y="128016"/>
            <a:ext cx="2919390" cy="307777"/>
          </a:xfrm>
          <a:prstGeom prst="rect">
            <a:avLst/>
          </a:prstGeom>
          <a:solidFill>
            <a:schemeClr val="bg1"/>
          </a:solidFill>
          <a:ln>
            <a:solidFill>
              <a:schemeClr val="tx1"/>
            </a:solidFill>
          </a:ln>
        </p:spPr>
        <p:txBody>
          <a:bodyPr wrap="none" rtlCol="1">
            <a:spAutoFit/>
          </a:bodyPr>
          <a:lstStyle/>
          <a:p>
            <a:r>
              <a:rPr lang="he-IL" sz="1400" b="1" dirty="0">
                <a:solidFill>
                  <a:srgbClr val="0000FF"/>
                </a:solidFill>
              </a:rPr>
              <a:t>על מצוות התשובה והבחירה החופשית</a:t>
            </a:r>
          </a:p>
        </p:txBody>
      </p:sp>
      <p:sp>
        <p:nvSpPr>
          <p:cNvPr id="4" name="תיבת טקסט 3">
            <a:extLst>
              <a:ext uri="{FF2B5EF4-FFF2-40B4-BE49-F238E27FC236}">
                <a16:creationId xmlns:a16="http://schemas.microsoft.com/office/drawing/2014/main" id="{7589C09A-3E9A-BF47-F3BE-83B334F23F7B}"/>
              </a:ext>
            </a:extLst>
          </p:cNvPr>
          <p:cNvSpPr txBox="1"/>
          <p:nvPr/>
        </p:nvSpPr>
        <p:spPr>
          <a:xfrm>
            <a:off x="251211" y="4315968"/>
            <a:ext cx="5578141" cy="603504"/>
          </a:xfrm>
          <a:prstGeom prst="rect">
            <a:avLst/>
          </a:prstGeom>
          <a:noFill/>
          <a:ln w="19050">
            <a:solidFill>
              <a:srgbClr val="FF0000"/>
            </a:solidFill>
          </a:ln>
        </p:spPr>
        <p:txBody>
          <a:bodyPr wrap="square" rtlCol="1">
            <a:spAutoFit/>
          </a:bodyPr>
          <a:lstStyle/>
          <a:p>
            <a:endParaRPr lang="he-IL" dirty="0"/>
          </a:p>
        </p:txBody>
      </p:sp>
    </p:spTree>
    <p:extLst>
      <p:ext uri="{BB962C8B-B14F-4D97-AF65-F5344CB8AC3E}">
        <p14:creationId xmlns:p14="http://schemas.microsoft.com/office/powerpoint/2010/main" val="38354796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תמונה 2">
            <a:extLst>
              <a:ext uri="{FF2B5EF4-FFF2-40B4-BE49-F238E27FC236}">
                <a16:creationId xmlns:a16="http://schemas.microsoft.com/office/drawing/2014/main" id="{3EE45DFE-19DA-7C35-70FE-36F7A27B4148}"/>
              </a:ext>
            </a:extLst>
          </p:cNvPr>
          <p:cNvPicPr>
            <a:picLocks noChangeAspect="1"/>
          </p:cNvPicPr>
          <p:nvPr/>
        </p:nvPicPr>
        <p:blipFill>
          <a:blip r:embed="rId2"/>
          <a:stretch>
            <a:fillRect/>
          </a:stretch>
        </p:blipFill>
        <p:spPr>
          <a:xfrm>
            <a:off x="6250610" y="562192"/>
            <a:ext cx="5855411" cy="5934183"/>
          </a:xfrm>
          <a:prstGeom prst="rect">
            <a:avLst/>
          </a:prstGeom>
          <a:ln>
            <a:solidFill>
              <a:schemeClr val="tx1"/>
            </a:solidFill>
          </a:ln>
        </p:spPr>
      </p:pic>
      <p:pic>
        <p:nvPicPr>
          <p:cNvPr id="5" name="תמונה 4">
            <a:extLst>
              <a:ext uri="{FF2B5EF4-FFF2-40B4-BE49-F238E27FC236}">
                <a16:creationId xmlns:a16="http://schemas.microsoft.com/office/drawing/2014/main" id="{70AF4808-1CC1-918C-438D-F862439B69CA}"/>
              </a:ext>
            </a:extLst>
          </p:cNvPr>
          <p:cNvPicPr>
            <a:picLocks noChangeAspect="1"/>
          </p:cNvPicPr>
          <p:nvPr/>
        </p:nvPicPr>
        <p:blipFill>
          <a:blip r:embed="rId3"/>
          <a:stretch>
            <a:fillRect/>
          </a:stretch>
        </p:blipFill>
        <p:spPr>
          <a:xfrm>
            <a:off x="85979" y="562192"/>
            <a:ext cx="6099020" cy="5934182"/>
          </a:xfrm>
          <a:prstGeom prst="rect">
            <a:avLst/>
          </a:prstGeom>
          <a:ln>
            <a:solidFill>
              <a:schemeClr val="tx1"/>
            </a:solidFill>
          </a:ln>
        </p:spPr>
      </p:pic>
    </p:spTree>
    <p:extLst>
      <p:ext uri="{BB962C8B-B14F-4D97-AF65-F5344CB8AC3E}">
        <p14:creationId xmlns:p14="http://schemas.microsoft.com/office/powerpoint/2010/main" val="164294069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תמונה 2">
            <a:extLst>
              <a:ext uri="{FF2B5EF4-FFF2-40B4-BE49-F238E27FC236}">
                <a16:creationId xmlns:a16="http://schemas.microsoft.com/office/drawing/2014/main" id="{20AEB495-71A5-766D-1E9E-930EC951573A}"/>
              </a:ext>
            </a:extLst>
          </p:cNvPr>
          <p:cNvPicPr>
            <a:picLocks noChangeAspect="1"/>
          </p:cNvPicPr>
          <p:nvPr/>
        </p:nvPicPr>
        <p:blipFill>
          <a:blip r:embed="rId2"/>
          <a:stretch>
            <a:fillRect/>
          </a:stretch>
        </p:blipFill>
        <p:spPr>
          <a:xfrm>
            <a:off x="5798058" y="199644"/>
            <a:ext cx="6063996" cy="6063996"/>
          </a:xfrm>
          <a:prstGeom prst="rect">
            <a:avLst/>
          </a:prstGeom>
          <a:ln>
            <a:solidFill>
              <a:schemeClr val="tx1"/>
            </a:solidFill>
          </a:ln>
        </p:spPr>
      </p:pic>
      <p:sp>
        <p:nvSpPr>
          <p:cNvPr id="4" name="תיבת טקסט 3">
            <a:extLst>
              <a:ext uri="{FF2B5EF4-FFF2-40B4-BE49-F238E27FC236}">
                <a16:creationId xmlns:a16="http://schemas.microsoft.com/office/drawing/2014/main" id="{6C9BF4F2-7107-AF21-0D34-AE4703E64C3A}"/>
              </a:ext>
            </a:extLst>
          </p:cNvPr>
          <p:cNvSpPr txBox="1"/>
          <p:nvPr/>
        </p:nvSpPr>
        <p:spPr>
          <a:xfrm>
            <a:off x="5568714" y="6263640"/>
            <a:ext cx="3858750" cy="307777"/>
          </a:xfrm>
          <a:prstGeom prst="rect">
            <a:avLst/>
          </a:prstGeom>
          <a:noFill/>
        </p:spPr>
        <p:txBody>
          <a:bodyPr wrap="none" rtlCol="1">
            <a:spAutoFit/>
          </a:bodyPr>
          <a:lstStyle/>
          <a:p>
            <a:r>
              <a:rPr lang="he-IL" sz="1400" b="1" dirty="0"/>
              <a:t>מעט מן האור, פרשת נצבים [=מועדים, חודש אלול] </a:t>
            </a:r>
          </a:p>
        </p:txBody>
      </p:sp>
      <p:pic>
        <p:nvPicPr>
          <p:cNvPr id="5" name="תמונה 4">
            <a:extLst>
              <a:ext uri="{FF2B5EF4-FFF2-40B4-BE49-F238E27FC236}">
                <a16:creationId xmlns:a16="http://schemas.microsoft.com/office/drawing/2014/main" id="{A50CA314-AECF-9D07-1DA8-FC5B389BC5C8}"/>
              </a:ext>
            </a:extLst>
          </p:cNvPr>
          <p:cNvPicPr>
            <a:picLocks noChangeAspect="1"/>
          </p:cNvPicPr>
          <p:nvPr/>
        </p:nvPicPr>
        <p:blipFill>
          <a:blip r:embed="rId3"/>
          <a:stretch>
            <a:fillRect/>
          </a:stretch>
        </p:blipFill>
        <p:spPr>
          <a:xfrm>
            <a:off x="1085028" y="199644"/>
            <a:ext cx="3802181" cy="1062228"/>
          </a:xfrm>
          <a:prstGeom prst="rect">
            <a:avLst/>
          </a:prstGeom>
          <a:ln>
            <a:solidFill>
              <a:schemeClr val="tx1"/>
            </a:solidFill>
          </a:ln>
        </p:spPr>
      </p:pic>
      <p:pic>
        <p:nvPicPr>
          <p:cNvPr id="7" name="תמונה 6">
            <a:extLst>
              <a:ext uri="{FF2B5EF4-FFF2-40B4-BE49-F238E27FC236}">
                <a16:creationId xmlns:a16="http://schemas.microsoft.com/office/drawing/2014/main" id="{FAC38EEF-05ED-64DF-D94A-DAF22C1802C1}"/>
              </a:ext>
            </a:extLst>
          </p:cNvPr>
          <p:cNvPicPr>
            <a:picLocks noChangeAspect="1"/>
          </p:cNvPicPr>
          <p:nvPr/>
        </p:nvPicPr>
        <p:blipFill>
          <a:blip r:embed="rId4"/>
          <a:stretch>
            <a:fillRect/>
          </a:stretch>
        </p:blipFill>
        <p:spPr>
          <a:xfrm>
            <a:off x="1180878" y="1394491"/>
            <a:ext cx="3610479" cy="2276793"/>
          </a:xfrm>
          <a:prstGeom prst="rect">
            <a:avLst/>
          </a:prstGeom>
          <a:ln>
            <a:solidFill>
              <a:schemeClr val="tx1"/>
            </a:solidFill>
          </a:ln>
        </p:spPr>
      </p:pic>
      <p:pic>
        <p:nvPicPr>
          <p:cNvPr id="9" name="תמונה 8">
            <a:extLst>
              <a:ext uri="{FF2B5EF4-FFF2-40B4-BE49-F238E27FC236}">
                <a16:creationId xmlns:a16="http://schemas.microsoft.com/office/drawing/2014/main" id="{D1DD74A2-161D-2C71-DA79-DB716F2E52D8}"/>
              </a:ext>
            </a:extLst>
          </p:cNvPr>
          <p:cNvPicPr>
            <a:picLocks noChangeAspect="1"/>
          </p:cNvPicPr>
          <p:nvPr/>
        </p:nvPicPr>
        <p:blipFill>
          <a:blip r:embed="rId5">
            <a:extLst>
              <a:ext uri="{28A0092B-C50C-407E-A947-70E740481C1C}">
                <a14:useLocalDpi xmlns:a14="http://schemas.microsoft.com/office/drawing/2010/main" val="0"/>
              </a:ext>
            </a:extLst>
          </a:blip>
          <a:srcRect l="50565" t="12311" r="13814" b="55290"/>
          <a:stretch>
            <a:fillRect/>
          </a:stretch>
        </p:blipFill>
        <p:spPr>
          <a:xfrm rot="16200000">
            <a:off x="1710528" y="3501901"/>
            <a:ext cx="2551177" cy="3280077"/>
          </a:xfrm>
          <a:prstGeom prst="rect">
            <a:avLst/>
          </a:prstGeom>
          <a:ln>
            <a:solidFill>
              <a:schemeClr val="tx1"/>
            </a:solidFill>
          </a:ln>
        </p:spPr>
      </p:pic>
      <p:sp>
        <p:nvSpPr>
          <p:cNvPr id="11" name="תיבת טקסט 10">
            <a:extLst>
              <a:ext uri="{FF2B5EF4-FFF2-40B4-BE49-F238E27FC236}">
                <a16:creationId xmlns:a16="http://schemas.microsoft.com/office/drawing/2014/main" id="{CDCBB5C8-53B3-3A15-14BB-803E4D2A37C2}"/>
              </a:ext>
            </a:extLst>
          </p:cNvPr>
          <p:cNvSpPr txBox="1"/>
          <p:nvPr/>
        </p:nvSpPr>
        <p:spPr>
          <a:xfrm>
            <a:off x="1214260" y="6417528"/>
            <a:ext cx="1683473" cy="307777"/>
          </a:xfrm>
          <a:prstGeom prst="rect">
            <a:avLst/>
          </a:prstGeom>
          <a:noFill/>
        </p:spPr>
        <p:txBody>
          <a:bodyPr wrap="none" rtlCol="1">
            <a:spAutoFit/>
          </a:bodyPr>
          <a:lstStyle/>
          <a:p>
            <a:r>
              <a:rPr lang="he-IL" sz="1400" b="1" dirty="0"/>
              <a:t>אורות התשובה, טו י</a:t>
            </a:r>
          </a:p>
        </p:txBody>
      </p:sp>
    </p:spTree>
    <p:extLst>
      <p:ext uri="{BB962C8B-B14F-4D97-AF65-F5344CB8AC3E}">
        <p14:creationId xmlns:p14="http://schemas.microsoft.com/office/powerpoint/2010/main" val="1959778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תמונה 2">
            <a:extLst>
              <a:ext uri="{FF2B5EF4-FFF2-40B4-BE49-F238E27FC236}">
                <a16:creationId xmlns:a16="http://schemas.microsoft.com/office/drawing/2014/main" id="{7529C77C-C71D-1149-1B61-A609B6EA140B}"/>
              </a:ext>
            </a:extLst>
          </p:cNvPr>
          <p:cNvPicPr>
            <a:picLocks noChangeAspect="1"/>
          </p:cNvPicPr>
          <p:nvPr/>
        </p:nvPicPr>
        <p:blipFill>
          <a:blip r:embed="rId2">
            <a:extLst>
              <a:ext uri="{28A0092B-C50C-407E-A947-70E740481C1C}">
                <a14:useLocalDpi xmlns:a14="http://schemas.microsoft.com/office/drawing/2010/main" val="0"/>
              </a:ext>
            </a:extLst>
          </a:blip>
          <a:srcRect l="19468" t="59956" r="1724" b="5911"/>
          <a:stretch>
            <a:fillRect/>
          </a:stretch>
        </p:blipFill>
        <p:spPr>
          <a:xfrm rot="5400000">
            <a:off x="-211731" y="1424837"/>
            <a:ext cx="6547099" cy="4008326"/>
          </a:xfrm>
          <a:prstGeom prst="rect">
            <a:avLst/>
          </a:prstGeom>
          <a:ln>
            <a:solidFill>
              <a:schemeClr val="tx1"/>
            </a:solidFill>
          </a:ln>
        </p:spPr>
      </p:pic>
      <p:pic>
        <p:nvPicPr>
          <p:cNvPr id="5" name="תמונה 4">
            <a:extLst>
              <a:ext uri="{FF2B5EF4-FFF2-40B4-BE49-F238E27FC236}">
                <a16:creationId xmlns:a16="http://schemas.microsoft.com/office/drawing/2014/main" id="{E7F579B0-57F3-9862-AF5D-08ADC88386B4}"/>
              </a:ext>
            </a:extLst>
          </p:cNvPr>
          <p:cNvPicPr>
            <a:picLocks noChangeAspect="1"/>
          </p:cNvPicPr>
          <p:nvPr/>
        </p:nvPicPr>
        <p:blipFill>
          <a:blip r:embed="rId2">
            <a:extLst>
              <a:ext uri="{28A0092B-C50C-407E-A947-70E740481C1C}">
                <a14:useLocalDpi xmlns:a14="http://schemas.microsoft.com/office/drawing/2010/main" val="0"/>
              </a:ext>
            </a:extLst>
          </a:blip>
          <a:srcRect l="67403" t="19955" r="3141" b="45939"/>
          <a:stretch>
            <a:fillRect/>
          </a:stretch>
        </p:blipFill>
        <p:spPr>
          <a:xfrm rot="5400000">
            <a:off x="7697139" y="440819"/>
            <a:ext cx="2607208" cy="4267201"/>
          </a:xfrm>
          <a:prstGeom prst="rect">
            <a:avLst/>
          </a:prstGeom>
          <a:ln>
            <a:solidFill>
              <a:schemeClr val="tx1"/>
            </a:solidFill>
          </a:ln>
        </p:spPr>
      </p:pic>
      <p:sp>
        <p:nvSpPr>
          <p:cNvPr id="4" name="תיבת טקסט 3">
            <a:extLst>
              <a:ext uri="{FF2B5EF4-FFF2-40B4-BE49-F238E27FC236}">
                <a16:creationId xmlns:a16="http://schemas.microsoft.com/office/drawing/2014/main" id="{E27021E7-7C8F-F3D1-A3C9-45EBF6D2032A}"/>
              </a:ext>
            </a:extLst>
          </p:cNvPr>
          <p:cNvSpPr txBox="1"/>
          <p:nvPr/>
        </p:nvSpPr>
        <p:spPr>
          <a:xfrm>
            <a:off x="7193998" y="155450"/>
            <a:ext cx="3613490" cy="523220"/>
          </a:xfrm>
          <a:prstGeom prst="rect">
            <a:avLst/>
          </a:prstGeom>
          <a:solidFill>
            <a:srgbClr val="FFFF00"/>
          </a:solidFill>
          <a:ln>
            <a:solidFill>
              <a:schemeClr val="tx1"/>
            </a:solidFill>
          </a:ln>
        </p:spPr>
        <p:txBody>
          <a:bodyPr wrap="none" rtlCol="1">
            <a:spAutoFit/>
          </a:bodyPr>
          <a:lstStyle/>
          <a:p>
            <a:pPr algn="ctr"/>
            <a:r>
              <a:rPr lang="he-IL" sz="1600" b="1" dirty="0"/>
              <a:t>תהלים פרק קל</a:t>
            </a:r>
          </a:p>
          <a:p>
            <a:r>
              <a:rPr lang="he-IL" sz="1200" b="1" dirty="0"/>
              <a:t>נהוג לומר אותו לאחר פסוקי </a:t>
            </a:r>
            <a:r>
              <a:rPr lang="he-IL" sz="1200" b="1" dirty="0" err="1"/>
              <a:t>דזימרה</a:t>
            </a:r>
            <a:r>
              <a:rPr lang="he-IL" sz="1200" b="1" dirty="0"/>
              <a:t> בעשרת ימי תשובה</a:t>
            </a:r>
          </a:p>
        </p:txBody>
      </p:sp>
      <p:sp>
        <p:nvSpPr>
          <p:cNvPr id="7" name="תיבת טקסט 6">
            <a:extLst>
              <a:ext uri="{FF2B5EF4-FFF2-40B4-BE49-F238E27FC236}">
                <a16:creationId xmlns:a16="http://schemas.microsoft.com/office/drawing/2014/main" id="{616099C4-8834-EF87-BFC6-FCACE10B177D}"/>
              </a:ext>
            </a:extLst>
          </p:cNvPr>
          <p:cNvSpPr txBox="1"/>
          <p:nvPr/>
        </p:nvSpPr>
        <p:spPr>
          <a:xfrm>
            <a:off x="1085087" y="182882"/>
            <a:ext cx="3880105" cy="2542030"/>
          </a:xfrm>
          <a:prstGeom prst="rect">
            <a:avLst/>
          </a:prstGeom>
          <a:noFill/>
          <a:ln w="19050">
            <a:solidFill>
              <a:srgbClr val="FF0000"/>
            </a:solidFill>
          </a:ln>
        </p:spPr>
        <p:txBody>
          <a:bodyPr wrap="square" rtlCol="1">
            <a:spAutoFit/>
          </a:bodyPr>
          <a:lstStyle/>
          <a:p>
            <a:endParaRPr lang="he-IL" dirty="0"/>
          </a:p>
        </p:txBody>
      </p:sp>
    </p:spTree>
    <p:extLst>
      <p:ext uri="{BB962C8B-B14F-4D97-AF65-F5344CB8AC3E}">
        <p14:creationId xmlns:p14="http://schemas.microsoft.com/office/powerpoint/2010/main" val="39183374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תמונה 2">
            <a:extLst>
              <a:ext uri="{FF2B5EF4-FFF2-40B4-BE49-F238E27FC236}">
                <a16:creationId xmlns:a16="http://schemas.microsoft.com/office/drawing/2014/main" id="{28ABD4D0-CB09-C806-7AE4-B8413740AD0C}"/>
              </a:ext>
            </a:extLst>
          </p:cNvPr>
          <p:cNvPicPr>
            <a:picLocks noChangeAspect="1"/>
          </p:cNvPicPr>
          <p:nvPr/>
        </p:nvPicPr>
        <p:blipFill>
          <a:blip r:embed="rId2">
            <a:extLst>
              <a:ext uri="{28A0092B-C50C-407E-A947-70E740481C1C}">
                <a14:useLocalDpi xmlns:a14="http://schemas.microsoft.com/office/drawing/2010/main" val="0"/>
              </a:ext>
            </a:extLst>
          </a:blip>
          <a:srcRect l="16452" t="51200" r="3070" b="13778"/>
          <a:stretch>
            <a:fillRect/>
          </a:stretch>
        </p:blipFill>
        <p:spPr>
          <a:xfrm rot="5400000">
            <a:off x="-201011" y="1420221"/>
            <a:ext cx="6541000" cy="4023662"/>
          </a:xfrm>
          <a:prstGeom prst="rect">
            <a:avLst/>
          </a:prstGeom>
          <a:ln>
            <a:solidFill>
              <a:schemeClr val="tx1"/>
            </a:solidFill>
          </a:ln>
        </p:spPr>
      </p:pic>
      <p:pic>
        <p:nvPicPr>
          <p:cNvPr id="5" name="תמונה 4">
            <a:extLst>
              <a:ext uri="{FF2B5EF4-FFF2-40B4-BE49-F238E27FC236}">
                <a16:creationId xmlns:a16="http://schemas.microsoft.com/office/drawing/2014/main" id="{996BC707-F8E0-81BD-CB61-331F5AF2B3F7}"/>
              </a:ext>
            </a:extLst>
          </p:cNvPr>
          <p:cNvPicPr>
            <a:picLocks noChangeAspect="1"/>
          </p:cNvPicPr>
          <p:nvPr/>
        </p:nvPicPr>
        <p:blipFill>
          <a:blip r:embed="rId2">
            <a:extLst>
              <a:ext uri="{28A0092B-C50C-407E-A947-70E740481C1C}">
                <a14:useLocalDpi xmlns:a14="http://schemas.microsoft.com/office/drawing/2010/main" val="0"/>
              </a:ext>
            </a:extLst>
          </a:blip>
          <a:srcRect l="16452" t="11422" r="3070" b="53555"/>
          <a:stretch>
            <a:fillRect/>
          </a:stretch>
        </p:blipFill>
        <p:spPr>
          <a:xfrm rot="5400000">
            <a:off x="5852013" y="1420220"/>
            <a:ext cx="6540999" cy="4023663"/>
          </a:xfrm>
          <a:prstGeom prst="rect">
            <a:avLst/>
          </a:prstGeom>
          <a:ln>
            <a:solidFill>
              <a:schemeClr val="tx1"/>
            </a:solidFill>
          </a:ln>
        </p:spPr>
      </p:pic>
      <p:sp>
        <p:nvSpPr>
          <p:cNvPr id="2" name="תיבת טקסט 1">
            <a:extLst>
              <a:ext uri="{FF2B5EF4-FFF2-40B4-BE49-F238E27FC236}">
                <a16:creationId xmlns:a16="http://schemas.microsoft.com/office/drawing/2014/main" id="{FEFB55F5-401E-EB7D-1ADF-78593A4904CA}"/>
              </a:ext>
            </a:extLst>
          </p:cNvPr>
          <p:cNvSpPr txBox="1"/>
          <p:nvPr/>
        </p:nvSpPr>
        <p:spPr>
          <a:xfrm>
            <a:off x="1143000" y="4133088"/>
            <a:ext cx="3867912" cy="2020824"/>
          </a:xfrm>
          <a:prstGeom prst="rect">
            <a:avLst/>
          </a:prstGeom>
          <a:noFill/>
          <a:ln w="19050">
            <a:solidFill>
              <a:srgbClr val="FF0000"/>
            </a:solidFill>
          </a:ln>
        </p:spPr>
        <p:txBody>
          <a:bodyPr wrap="square" rtlCol="1">
            <a:spAutoFit/>
          </a:bodyPr>
          <a:lstStyle/>
          <a:p>
            <a:endParaRPr lang="he-IL" dirty="0"/>
          </a:p>
        </p:txBody>
      </p:sp>
    </p:spTree>
    <p:extLst>
      <p:ext uri="{BB962C8B-B14F-4D97-AF65-F5344CB8AC3E}">
        <p14:creationId xmlns:p14="http://schemas.microsoft.com/office/powerpoint/2010/main" val="364688334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תמונה 2">
            <a:extLst>
              <a:ext uri="{FF2B5EF4-FFF2-40B4-BE49-F238E27FC236}">
                <a16:creationId xmlns:a16="http://schemas.microsoft.com/office/drawing/2014/main" id="{55BB1897-89D7-4DCB-217F-EFFFA659EECF}"/>
              </a:ext>
            </a:extLst>
          </p:cNvPr>
          <p:cNvPicPr>
            <a:picLocks noChangeAspect="1"/>
          </p:cNvPicPr>
          <p:nvPr/>
        </p:nvPicPr>
        <p:blipFill>
          <a:blip r:embed="rId2">
            <a:extLst>
              <a:ext uri="{28A0092B-C50C-407E-A947-70E740481C1C}">
                <a14:useLocalDpi xmlns:a14="http://schemas.microsoft.com/office/drawing/2010/main" val="0"/>
              </a:ext>
            </a:extLst>
          </a:blip>
          <a:srcRect l="16829" t="54385" r="59640" b="13340"/>
          <a:stretch>
            <a:fillRect/>
          </a:stretch>
        </p:blipFill>
        <p:spPr>
          <a:xfrm rot="5400000">
            <a:off x="2022476" y="-812161"/>
            <a:ext cx="1996435" cy="3870703"/>
          </a:xfrm>
          <a:prstGeom prst="rect">
            <a:avLst/>
          </a:prstGeom>
          <a:ln>
            <a:solidFill>
              <a:schemeClr val="tx1"/>
            </a:solidFill>
          </a:ln>
        </p:spPr>
      </p:pic>
      <p:pic>
        <p:nvPicPr>
          <p:cNvPr id="5" name="תמונה 4">
            <a:extLst>
              <a:ext uri="{FF2B5EF4-FFF2-40B4-BE49-F238E27FC236}">
                <a16:creationId xmlns:a16="http://schemas.microsoft.com/office/drawing/2014/main" id="{04200CBA-6373-7AE9-6DB3-29C8FACC2D00}"/>
              </a:ext>
            </a:extLst>
          </p:cNvPr>
          <p:cNvPicPr>
            <a:picLocks noChangeAspect="1"/>
          </p:cNvPicPr>
          <p:nvPr/>
        </p:nvPicPr>
        <p:blipFill>
          <a:blip r:embed="rId2">
            <a:extLst>
              <a:ext uri="{28A0092B-C50C-407E-A947-70E740481C1C}">
                <a14:useLocalDpi xmlns:a14="http://schemas.microsoft.com/office/drawing/2010/main" val="0"/>
              </a:ext>
            </a:extLst>
          </a:blip>
          <a:srcRect l="16829" t="15155" r="4389" b="52889"/>
          <a:stretch>
            <a:fillRect/>
          </a:stretch>
        </p:blipFill>
        <p:spPr>
          <a:xfrm rot="5400000">
            <a:off x="6012966" y="1518647"/>
            <a:ext cx="6533340" cy="3745993"/>
          </a:xfrm>
          <a:prstGeom prst="rect">
            <a:avLst/>
          </a:prstGeom>
          <a:ln>
            <a:solidFill>
              <a:schemeClr val="tx1"/>
            </a:solidFill>
          </a:ln>
        </p:spPr>
      </p:pic>
      <p:sp>
        <p:nvSpPr>
          <p:cNvPr id="7" name="תיבת טקסט 6">
            <a:extLst>
              <a:ext uri="{FF2B5EF4-FFF2-40B4-BE49-F238E27FC236}">
                <a16:creationId xmlns:a16="http://schemas.microsoft.com/office/drawing/2014/main" id="{10986C46-EEB2-E605-5E80-8918D1918EA4}"/>
              </a:ext>
            </a:extLst>
          </p:cNvPr>
          <p:cNvSpPr txBox="1"/>
          <p:nvPr/>
        </p:nvSpPr>
        <p:spPr>
          <a:xfrm>
            <a:off x="850782" y="2121408"/>
            <a:ext cx="4940776" cy="307777"/>
          </a:xfrm>
          <a:prstGeom prst="rect">
            <a:avLst/>
          </a:prstGeom>
          <a:noFill/>
        </p:spPr>
        <p:txBody>
          <a:bodyPr wrap="none" rtlCol="1">
            <a:spAutoFit/>
          </a:bodyPr>
          <a:lstStyle/>
          <a:p>
            <a:r>
              <a:rPr lang="he-IL" sz="1400" b="1" dirty="0"/>
              <a:t>יחיעם פורת (עורך), לחיות תהילים, ידיעות אחרונות, עמ' 478-483 </a:t>
            </a:r>
          </a:p>
        </p:txBody>
      </p:sp>
      <p:sp>
        <p:nvSpPr>
          <p:cNvPr id="2" name="תיבת טקסט 1">
            <a:extLst>
              <a:ext uri="{FF2B5EF4-FFF2-40B4-BE49-F238E27FC236}">
                <a16:creationId xmlns:a16="http://schemas.microsoft.com/office/drawing/2014/main" id="{B7FA6268-D718-8F63-F85A-B70CABA30023}"/>
              </a:ext>
            </a:extLst>
          </p:cNvPr>
          <p:cNvSpPr txBox="1"/>
          <p:nvPr/>
        </p:nvSpPr>
        <p:spPr>
          <a:xfrm>
            <a:off x="7452360" y="1095758"/>
            <a:ext cx="3663697" cy="842770"/>
          </a:xfrm>
          <a:prstGeom prst="rect">
            <a:avLst/>
          </a:prstGeom>
          <a:noFill/>
          <a:ln w="19050">
            <a:solidFill>
              <a:srgbClr val="FF0000"/>
            </a:solidFill>
          </a:ln>
        </p:spPr>
        <p:txBody>
          <a:bodyPr wrap="square" rtlCol="1">
            <a:spAutoFit/>
          </a:bodyPr>
          <a:lstStyle/>
          <a:p>
            <a:endParaRPr lang="he-IL" dirty="0"/>
          </a:p>
        </p:txBody>
      </p:sp>
    </p:spTree>
    <p:extLst>
      <p:ext uri="{BB962C8B-B14F-4D97-AF65-F5344CB8AC3E}">
        <p14:creationId xmlns:p14="http://schemas.microsoft.com/office/powerpoint/2010/main" val="422186429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תמונה 2">
            <a:extLst>
              <a:ext uri="{FF2B5EF4-FFF2-40B4-BE49-F238E27FC236}">
                <a16:creationId xmlns:a16="http://schemas.microsoft.com/office/drawing/2014/main" id="{023EAE51-9FCD-B9EE-54D4-5E4A68A9AE2B}"/>
              </a:ext>
            </a:extLst>
          </p:cNvPr>
          <p:cNvPicPr>
            <a:picLocks noChangeAspect="1"/>
          </p:cNvPicPr>
          <p:nvPr/>
        </p:nvPicPr>
        <p:blipFill>
          <a:blip r:embed="rId2"/>
          <a:srcRect l="51109" t="59134"/>
          <a:stretch>
            <a:fillRect/>
          </a:stretch>
        </p:blipFill>
        <p:spPr>
          <a:xfrm>
            <a:off x="7335298" y="781257"/>
            <a:ext cx="4459456" cy="5295486"/>
          </a:xfrm>
          <a:prstGeom prst="rect">
            <a:avLst/>
          </a:prstGeom>
          <a:ln>
            <a:solidFill>
              <a:schemeClr val="tx1"/>
            </a:solidFill>
          </a:ln>
        </p:spPr>
      </p:pic>
      <p:pic>
        <p:nvPicPr>
          <p:cNvPr id="7" name="תמונה 6">
            <a:extLst>
              <a:ext uri="{FF2B5EF4-FFF2-40B4-BE49-F238E27FC236}">
                <a16:creationId xmlns:a16="http://schemas.microsoft.com/office/drawing/2014/main" id="{B93D6086-5A6E-74EC-7358-887308224A4C}"/>
              </a:ext>
            </a:extLst>
          </p:cNvPr>
          <p:cNvPicPr>
            <a:picLocks noChangeAspect="1"/>
          </p:cNvPicPr>
          <p:nvPr/>
        </p:nvPicPr>
        <p:blipFill>
          <a:blip r:embed="rId2"/>
          <a:srcRect t="17544" r="50920" b="48645"/>
          <a:stretch>
            <a:fillRect/>
          </a:stretch>
        </p:blipFill>
        <p:spPr>
          <a:xfrm>
            <a:off x="891997" y="597875"/>
            <a:ext cx="5410847" cy="5295486"/>
          </a:xfrm>
          <a:prstGeom prst="rect">
            <a:avLst/>
          </a:prstGeom>
          <a:ln>
            <a:solidFill>
              <a:schemeClr val="tx1"/>
            </a:solidFill>
          </a:ln>
        </p:spPr>
      </p:pic>
      <p:sp>
        <p:nvSpPr>
          <p:cNvPr id="9" name="תיבת טקסט 9">
            <a:extLst>
              <a:ext uri="{FF2B5EF4-FFF2-40B4-BE49-F238E27FC236}">
                <a16:creationId xmlns:a16="http://schemas.microsoft.com/office/drawing/2014/main" id="{A8BA28B1-2400-6FBE-9D23-A3312339A4A4}"/>
              </a:ext>
            </a:extLst>
          </p:cNvPr>
          <p:cNvSpPr txBox="1"/>
          <p:nvPr/>
        </p:nvSpPr>
        <p:spPr>
          <a:xfrm>
            <a:off x="773724" y="5997966"/>
            <a:ext cx="3253384" cy="367665"/>
          </a:xfrm>
          <a:prstGeom prst="rect">
            <a:avLst/>
          </a:prstGeom>
          <a:solidFill>
            <a:schemeClr val="lt1"/>
          </a:solidFill>
          <a:ln w="6350">
            <a:noFill/>
          </a:ln>
        </p:spPr>
        <p:txBody>
          <a:bodyPr rot="0" spcFirstLastPara="0" vert="horz" wrap="none" lIns="91440" tIns="45720" rIns="91440" bIns="45720" numCol="1" spcCol="0" rtlCol="1" fromWordArt="0" anchor="t" anchorCtr="0" forceAA="0" compatLnSpc="1">
            <a:prstTxWarp prst="textNoShape">
              <a:avLst/>
            </a:prstTxWarp>
            <a:noAutofit/>
          </a:bodyPr>
          <a:lstStyle/>
          <a:p>
            <a:pPr algn="r" rtl="1">
              <a:lnSpc>
                <a:spcPct val="115000"/>
              </a:lnSpc>
              <a:spcAft>
                <a:spcPts val="800"/>
              </a:spcAft>
              <a:buNone/>
            </a:pPr>
            <a:r>
              <a:rPr lang="he-IL" sz="1400" b="1" kern="100" dirty="0">
                <a:effectLst/>
                <a:latin typeface="Aptos" panose="020B0004020202020204" pitchFamily="34" charset="0"/>
                <a:ea typeface="Aptos" panose="020B0004020202020204" pitchFamily="34" charset="0"/>
                <a:cs typeface="Arial" panose="020B0604020202020204" pitchFamily="34" charset="0"/>
              </a:rPr>
              <a:t>רפי קפלן, מעט מן האור, שבת שובה תש"פ</a:t>
            </a:r>
            <a:endParaRPr lang="en-US" sz="1400" kern="100" dirty="0">
              <a:effectLst/>
              <a:latin typeface="Aptos" panose="020B0004020202020204" pitchFamily="34" charset="0"/>
              <a:ea typeface="Aptos" panose="020B0004020202020204" pitchFamily="34" charset="0"/>
              <a:cs typeface="Arial" panose="020B0604020202020204" pitchFamily="34" charset="0"/>
            </a:endParaRPr>
          </a:p>
        </p:txBody>
      </p:sp>
      <p:sp>
        <p:nvSpPr>
          <p:cNvPr id="10" name="תיבת טקסט 9">
            <a:extLst>
              <a:ext uri="{FF2B5EF4-FFF2-40B4-BE49-F238E27FC236}">
                <a16:creationId xmlns:a16="http://schemas.microsoft.com/office/drawing/2014/main" id="{7A9FE881-5AE3-69DF-1012-243F75E45EFA}"/>
              </a:ext>
            </a:extLst>
          </p:cNvPr>
          <p:cNvSpPr txBox="1"/>
          <p:nvPr/>
        </p:nvSpPr>
        <p:spPr>
          <a:xfrm>
            <a:off x="3456633" y="1718268"/>
            <a:ext cx="2846211" cy="4175093"/>
          </a:xfrm>
          <a:prstGeom prst="rect">
            <a:avLst/>
          </a:prstGeom>
          <a:solidFill>
            <a:schemeClr val="bg1"/>
          </a:solidFill>
        </p:spPr>
        <p:txBody>
          <a:bodyPr wrap="square" rtlCol="1">
            <a:spAutoFit/>
          </a:bodyPr>
          <a:lstStyle/>
          <a:p>
            <a:endParaRPr lang="he-IL" dirty="0"/>
          </a:p>
        </p:txBody>
      </p:sp>
      <p:sp>
        <p:nvSpPr>
          <p:cNvPr id="12" name="תיבת טקסט 11">
            <a:extLst>
              <a:ext uri="{FF2B5EF4-FFF2-40B4-BE49-F238E27FC236}">
                <a16:creationId xmlns:a16="http://schemas.microsoft.com/office/drawing/2014/main" id="{7BFEB86E-2930-8451-1531-4B3E2CFC84E9}"/>
              </a:ext>
            </a:extLst>
          </p:cNvPr>
          <p:cNvSpPr txBox="1"/>
          <p:nvPr/>
        </p:nvSpPr>
        <p:spPr>
          <a:xfrm>
            <a:off x="4186719" y="51784"/>
            <a:ext cx="4232249" cy="338554"/>
          </a:xfrm>
          <a:prstGeom prst="rect">
            <a:avLst/>
          </a:prstGeom>
          <a:solidFill>
            <a:srgbClr val="FFFF00"/>
          </a:solidFill>
          <a:ln>
            <a:solidFill>
              <a:schemeClr val="tx1"/>
            </a:solidFill>
          </a:ln>
        </p:spPr>
        <p:txBody>
          <a:bodyPr wrap="none" rtlCol="1">
            <a:spAutoFit/>
          </a:bodyPr>
          <a:lstStyle/>
          <a:p>
            <a:pPr algn="ctr"/>
            <a:r>
              <a:rPr lang="he-IL" sz="1600" b="1" dirty="0"/>
              <a:t>התשובה הלאומית האמיתית – שיבה לארץ ישראל</a:t>
            </a:r>
          </a:p>
        </p:txBody>
      </p:sp>
    </p:spTree>
    <p:extLst>
      <p:ext uri="{BB962C8B-B14F-4D97-AF65-F5344CB8AC3E}">
        <p14:creationId xmlns:p14="http://schemas.microsoft.com/office/powerpoint/2010/main" val="41373142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תמונה 2">
            <a:extLst>
              <a:ext uri="{FF2B5EF4-FFF2-40B4-BE49-F238E27FC236}">
                <a16:creationId xmlns:a16="http://schemas.microsoft.com/office/drawing/2014/main" id="{2B654EA6-A777-1222-409D-B9464A2DD2A7}"/>
              </a:ext>
            </a:extLst>
          </p:cNvPr>
          <p:cNvPicPr>
            <a:picLocks noChangeAspect="1"/>
          </p:cNvPicPr>
          <p:nvPr/>
        </p:nvPicPr>
        <p:blipFill>
          <a:blip r:embed="rId2">
            <a:extLst>
              <a:ext uri="{28A0092B-C50C-407E-A947-70E740481C1C}">
                <a14:useLocalDpi xmlns:a14="http://schemas.microsoft.com/office/drawing/2010/main" val="0"/>
              </a:ext>
            </a:extLst>
          </a:blip>
          <a:srcRect l="28299" t="19861" r="18811" b="68194"/>
          <a:stretch>
            <a:fillRect/>
          </a:stretch>
        </p:blipFill>
        <p:spPr>
          <a:xfrm rot="10800000">
            <a:off x="190979" y="524553"/>
            <a:ext cx="5495472" cy="1754325"/>
          </a:xfrm>
          <a:prstGeom prst="rect">
            <a:avLst/>
          </a:prstGeom>
          <a:ln>
            <a:solidFill>
              <a:schemeClr val="tx1"/>
            </a:solidFill>
          </a:ln>
        </p:spPr>
      </p:pic>
      <p:pic>
        <p:nvPicPr>
          <p:cNvPr id="6" name="תמונה 5">
            <a:extLst>
              <a:ext uri="{FF2B5EF4-FFF2-40B4-BE49-F238E27FC236}">
                <a16:creationId xmlns:a16="http://schemas.microsoft.com/office/drawing/2014/main" id="{45ACC2ED-9338-41E5-8262-3F5D803F57C1}"/>
              </a:ext>
            </a:extLst>
          </p:cNvPr>
          <p:cNvPicPr>
            <a:picLocks noChangeAspect="1"/>
          </p:cNvPicPr>
          <p:nvPr/>
        </p:nvPicPr>
        <p:blipFill>
          <a:blip r:embed="rId3">
            <a:extLst>
              <a:ext uri="{28A0092B-C50C-407E-A947-70E740481C1C}">
                <a14:useLocalDpi xmlns:a14="http://schemas.microsoft.com/office/drawing/2010/main" val="0"/>
              </a:ext>
            </a:extLst>
          </a:blip>
          <a:srcRect l="33493" t="13056" r="13744" b="58333"/>
          <a:stretch>
            <a:fillRect/>
          </a:stretch>
        </p:blipFill>
        <p:spPr>
          <a:xfrm rot="10800000">
            <a:off x="6164487" y="524552"/>
            <a:ext cx="5723126" cy="4386811"/>
          </a:xfrm>
          <a:prstGeom prst="rect">
            <a:avLst/>
          </a:prstGeom>
          <a:ln>
            <a:solidFill>
              <a:schemeClr val="tx1"/>
            </a:solidFill>
          </a:ln>
        </p:spPr>
      </p:pic>
      <p:sp>
        <p:nvSpPr>
          <p:cNvPr id="5" name="תיבת טקסט 4">
            <a:extLst>
              <a:ext uri="{FF2B5EF4-FFF2-40B4-BE49-F238E27FC236}">
                <a16:creationId xmlns:a16="http://schemas.microsoft.com/office/drawing/2014/main" id="{14BE1157-B260-5C45-6893-DF766CB28314}"/>
              </a:ext>
            </a:extLst>
          </p:cNvPr>
          <p:cNvSpPr txBox="1"/>
          <p:nvPr/>
        </p:nvSpPr>
        <p:spPr>
          <a:xfrm>
            <a:off x="-149897" y="2328265"/>
            <a:ext cx="6245897" cy="307777"/>
          </a:xfrm>
          <a:prstGeom prst="rect">
            <a:avLst/>
          </a:prstGeom>
          <a:noFill/>
        </p:spPr>
        <p:txBody>
          <a:bodyPr wrap="square">
            <a:spAutoFit/>
          </a:bodyPr>
          <a:lstStyle/>
          <a:p>
            <a:r>
              <a:rPr lang="he-IL" sz="1400" b="1" kern="100" dirty="0">
                <a:effectLst/>
                <a:latin typeface="+mn-lt"/>
                <a:ea typeface="Aptos" panose="020B0004020202020204" pitchFamily="34" charset="0"/>
                <a:cs typeface="Arial" panose="020B0604020202020204" pitchFamily="34" charset="0"/>
              </a:rPr>
              <a:t>עודד מזרחי, רציתי להיות טוב: לקט סיפורים על חנן פורת, ראש יהודי, עמ' 179-180</a:t>
            </a:r>
            <a:endParaRPr lang="he-IL" sz="1400" dirty="0"/>
          </a:p>
        </p:txBody>
      </p:sp>
    </p:spTree>
    <p:extLst>
      <p:ext uri="{BB962C8B-B14F-4D97-AF65-F5344CB8AC3E}">
        <p14:creationId xmlns:p14="http://schemas.microsoft.com/office/powerpoint/2010/main" val="166072447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תמונה 2">
            <a:extLst>
              <a:ext uri="{FF2B5EF4-FFF2-40B4-BE49-F238E27FC236}">
                <a16:creationId xmlns:a16="http://schemas.microsoft.com/office/drawing/2014/main" id="{FB452F95-27A1-2652-925C-D8EA4BC90BB4}"/>
              </a:ext>
            </a:extLst>
          </p:cNvPr>
          <p:cNvPicPr>
            <a:picLocks noChangeAspect="1"/>
          </p:cNvPicPr>
          <p:nvPr/>
        </p:nvPicPr>
        <p:blipFill>
          <a:blip r:embed="rId2">
            <a:extLst>
              <a:ext uri="{28A0092B-C50C-407E-A947-70E740481C1C}">
                <a14:useLocalDpi xmlns:a14="http://schemas.microsoft.com/office/drawing/2010/main" val="0"/>
              </a:ext>
            </a:extLst>
          </a:blip>
          <a:srcRect l="17999" t="39445" r="61583" b="29444"/>
          <a:stretch>
            <a:fillRect/>
          </a:stretch>
        </p:blipFill>
        <p:spPr>
          <a:xfrm rot="5400000">
            <a:off x="2302814" y="-307333"/>
            <a:ext cx="2085974" cy="4492872"/>
          </a:xfrm>
          <a:prstGeom prst="rect">
            <a:avLst/>
          </a:prstGeom>
          <a:ln>
            <a:solidFill>
              <a:schemeClr val="tx1"/>
            </a:solidFill>
          </a:ln>
        </p:spPr>
      </p:pic>
      <p:pic>
        <p:nvPicPr>
          <p:cNvPr id="5" name="תמונה 4">
            <a:extLst>
              <a:ext uri="{FF2B5EF4-FFF2-40B4-BE49-F238E27FC236}">
                <a16:creationId xmlns:a16="http://schemas.microsoft.com/office/drawing/2014/main" id="{17180532-56CC-293E-F3F1-6325B8B6F85A}"/>
              </a:ext>
            </a:extLst>
          </p:cNvPr>
          <p:cNvPicPr>
            <a:picLocks noChangeAspect="1"/>
          </p:cNvPicPr>
          <p:nvPr/>
        </p:nvPicPr>
        <p:blipFill>
          <a:blip r:embed="rId2">
            <a:extLst>
              <a:ext uri="{28A0092B-C50C-407E-A947-70E740481C1C}">
                <a14:useLocalDpi xmlns:a14="http://schemas.microsoft.com/office/drawing/2010/main" val="0"/>
              </a:ext>
            </a:extLst>
          </a:blip>
          <a:srcRect l="36526" t="5417" r="8183" b="62500"/>
          <a:stretch>
            <a:fillRect/>
          </a:stretch>
        </p:blipFill>
        <p:spPr>
          <a:xfrm rot="5400000">
            <a:off x="7129399" y="1334175"/>
            <a:ext cx="4873753" cy="3997636"/>
          </a:xfrm>
          <a:prstGeom prst="rect">
            <a:avLst/>
          </a:prstGeom>
          <a:ln>
            <a:solidFill>
              <a:schemeClr val="tx1"/>
            </a:solidFill>
          </a:ln>
        </p:spPr>
      </p:pic>
      <p:sp>
        <p:nvSpPr>
          <p:cNvPr id="7" name="תיבת טקסט 6">
            <a:extLst>
              <a:ext uri="{FF2B5EF4-FFF2-40B4-BE49-F238E27FC236}">
                <a16:creationId xmlns:a16="http://schemas.microsoft.com/office/drawing/2014/main" id="{778372B4-A922-601E-BD10-EA5993E41272}"/>
              </a:ext>
            </a:extLst>
          </p:cNvPr>
          <p:cNvSpPr txBox="1"/>
          <p:nvPr/>
        </p:nvSpPr>
        <p:spPr>
          <a:xfrm>
            <a:off x="913585" y="3025216"/>
            <a:ext cx="4315605" cy="307777"/>
          </a:xfrm>
          <a:prstGeom prst="rect">
            <a:avLst/>
          </a:prstGeom>
          <a:noFill/>
        </p:spPr>
        <p:txBody>
          <a:bodyPr wrap="none" rtlCol="1">
            <a:spAutoFit/>
          </a:bodyPr>
          <a:lstStyle/>
          <a:p>
            <a:r>
              <a:rPr lang="he-IL" sz="1400" b="1" dirty="0"/>
              <a:t>את ענת אנכי מבקש,  ספרית בית-אל תשמ"ח, עמ' 34-35</a:t>
            </a:r>
          </a:p>
        </p:txBody>
      </p:sp>
      <p:sp>
        <p:nvSpPr>
          <p:cNvPr id="4" name="תיבת טקסט 3">
            <a:extLst>
              <a:ext uri="{FF2B5EF4-FFF2-40B4-BE49-F238E27FC236}">
                <a16:creationId xmlns:a16="http://schemas.microsoft.com/office/drawing/2014/main" id="{9FF95F98-C1F2-BB1D-EF07-8C56F9645CBB}"/>
              </a:ext>
            </a:extLst>
          </p:cNvPr>
          <p:cNvSpPr txBox="1"/>
          <p:nvPr/>
        </p:nvSpPr>
        <p:spPr>
          <a:xfrm>
            <a:off x="5592237" y="164587"/>
            <a:ext cx="1975221" cy="338554"/>
          </a:xfrm>
          <a:prstGeom prst="rect">
            <a:avLst/>
          </a:prstGeom>
          <a:solidFill>
            <a:srgbClr val="FFFF00"/>
          </a:solidFill>
          <a:ln>
            <a:solidFill>
              <a:schemeClr val="tx1"/>
            </a:solidFill>
          </a:ln>
        </p:spPr>
        <p:txBody>
          <a:bodyPr wrap="none" rtlCol="1">
            <a:spAutoFit/>
          </a:bodyPr>
          <a:lstStyle/>
          <a:p>
            <a:r>
              <a:rPr lang="he-IL" sz="1600" b="1" dirty="0"/>
              <a:t>'דמות דיוקנו של אבא'</a:t>
            </a:r>
          </a:p>
        </p:txBody>
      </p:sp>
    </p:spTree>
    <p:extLst>
      <p:ext uri="{BB962C8B-B14F-4D97-AF65-F5344CB8AC3E}">
        <p14:creationId xmlns:p14="http://schemas.microsoft.com/office/powerpoint/2010/main" val="381141984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תמונה 2">
            <a:extLst>
              <a:ext uri="{FF2B5EF4-FFF2-40B4-BE49-F238E27FC236}">
                <a16:creationId xmlns:a16="http://schemas.microsoft.com/office/drawing/2014/main" id="{B467ECA1-F178-793D-EDDB-689010702C25}"/>
              </a:ext>
            </a:extLst>
          </p:cNvPr>
          <p:cNvPicPr>
            <a:picLocks noChangeAspect="1"/>
          </p:cNvPicPr>
          <p:nvPr/>
        </p:nvPicPr>
        <p:blipFill>
          <a:blip r:embed="rId2">
            <a:extLst>
              <a:ext uri="{28A0092B-C50C-407E-A947-70E740481C1C}">
                <a14:useLocalDpi xmlns:a14="http://schemas.microsoft.com/office/drawing/2010/main" val="0"/>
              </a:ext>
            </a:extLst>
          </a:blip>
          <a:srcRect l="20039" t="42027" r="7594" b="28085"/>
          <a:stretch>
            <a:fillRect/>
          </a:stretch>
        </p:blipFill>
        <p:spPr>
          <a:xfrm rot="5400000">
            <a:off x="-236806" y="1443184"/>
            <a:ext cx="6583680" cy="3843616"/>
          </a:xfrm>
          <a:prstGeom prst="rect">
            <a:avLst/>
          </a:prstGeom>
          <a:ln>
            <a:solidFill>
              <a:schemeClr val="tx1"/>
            </a:solidFill>
          </a:ln>
        </p:spPr>
      </p:pic>
      <p:pic>
        <p:nvPicPr>
          <p:cNvPr id="4" name="תמונה 3">
            <a:extLst>
              <a:ext uri="{FF2B5EF4-FFF2-40B4-BE49-F238E27FC236}">
                <a16:creationId xmlns:a16="http://schemas.microsoft.com/office/drawing/2014/main" id="{56E9A723-10E5-3DCC-36FA-B962BAAC515D}"/>
              </a:ext>
            </a:extLst>
          </p:cNvPr>
          <p:cNvPicPr>
            <a:picLocks noChangeAspect="1"/>
          </p:cNvPicPr>
          <p:nvPr/>
        </p:nvPicPr>
        <p:blipFill>
          <a:blip r:embed="rId3">
            <a:extLst>
              <a:ext uri="{28A0092B-C50C-407E-A947-70E740481C1C}">
                <a14:useLocalDpi xmlns:a14="http://schemas.microsoft.com/office/drawing/2010/main" val="0"/>
              </a:ext>
            </a:extLst>
          </a:blip>
          <a:srcRect l="25640" t="42778" r="58610" b="26586"/>
          <a:stretch>
            <a:fillRect/>
          </a:stretch>
        </p:blipFill>
        <p:spPr>
          <a:xfrm rot="16200000">
            <a:off x="8134526" y="-536173"/>
            <a:ext cx="1511904" cy="4157018"/>
          </a:xfrm>
          <a:prstGeom prst="rect">
            <a:avLst/>
          </a:prstGeom>
          <a:ln>
            <a:solidFill>
              <a:schemeClr val="tx1"/>
            </a:solidFill>
          </a:ln>
        </p:spPr>
      </p:pic>
      <p:sp>
        <p:nvSpPr>
          <p:cNvPr id="5" name="תיבת טקסט 4">
            <a:extLst>
              <a:ext uri="{FF2B5EF4-FFF2-40B4-BE49-F238E27FC236}">
                <a16:creationId xmlns:a16="http://schemas.microsoft.com/office/drawing/2014/main" id="{E484E272-6F98-BC98-2B97-33C5A4F29281}"/>
              </a:ext>
            </a:extLst>
          </p:cNvPr>
          <p:cNvSpPr txBox="1"/>
          <p:nvPr/>
        </p:nvSpPr>
        <p:spPr>
          <a:xfrm>
            <a:off x="6811969" y="155669"/>
            <a:ext cx="4144084" cy="338554"/>
          </a:xfrm>
          <a:prstGeom prst="rect">
            <a:avLst/>
          </a:prstGeom>
          <a:solidFill>
            <a:srgbClr val="FFFF00"/>
          </a:solidFill>
          <a:ln>
            <a:solidFill>
              <a:schemeClr val="tx1"/>
            </a:solidFill>
          </a:ln>
        </p:spPr>
        <p:txBody>
          <a:bodyPr wrap="none" rtlCol="1">
            <a:spAutoFit/>
          </a:bodyPr>
          <a:lstStyle/>
          <a:p>
            <a:r>
              <a:rPr lang="he-IL" sz="1600" b="1" dirty="0"/>
              <a:t>דמותו ומשנתו של הרב קוק בכל העשייה הגדולה</a:t>
            </a:r>
          </a:p>
        </p:txBody>
      </p:sp>
    </p:spTree>
    <p:extLst>
      <p:ext uri="{BB962C8B-B14F-4D97-AF65-F5344CB8AC3E}">
        <p14:creationId xmlns:p14="http://schemas.microsoft.com/office/powerpoint/2010/main" val="78848215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תמונה 2">
            <a:extLst>
              <a:ext uri="{FF2B5EF4-FFF2-40B4-BE49-F238E27FC236}">
                <a16:creationId xmlns:a16="http://schemas.microsoft.com/office/drawing/2014/main" id="{0B4A97AB-1BB1-42DE-D711-EA91479F395A}"/>
              </a:ext>
            </a:extLst>
          </p:cNvPr>
          <p:cNvPicPr>
            <a:picLocks noChangeAspect="1"/>
          </p:cNvPicPr>
          <p:nvPr/>
        </p:nvPicPr>
        <p:blipFill>
          <a:blip r:embed="rId2">
            <a:extLst>
              <a:ext uri="{28A0092B-C50C-407E-A947-70E740481C1C}">
                <a14:useLocalDpi xmlns:a14="http://schemas.microsoft.com/office/drawing/2010/main" val="0"/>
              </a:ext>
            </a:extLst>
          </a:blip>
          <a:srcRect l="19032" t="54034" r="7988" b="14722"/>
          <a:stretch>
            <a:fillRect/>
          </a:stretch>
        </p:blipFill>
        <p:spPr>
          <a:xfrm rot="5400000">
            <a:off x="-170516" y="1447970"/>
            <a:ext cx="6547100" cy="3962060"/>
          </a:xfrm>
          <a:prstGeom prst="rect">
            <a:avLst/>
          </a:prstGeom>
          <a:ln>
            <a:solidFill>
              <a:schemeClr val="tx1"/>
            </a:solidFill>
          </a:ln>
        </p:spPr>
      </p:pic>
      <p:pic>
        <p:nvPicPr>
          <p:cNvPr id="5" name="תמונה 4">
            <a:extLst>
              <a:ext uri="{FF2B5EF4-FFF2-40B4-BE49-F238E27FC236}">
                <a16:creationId xmlns:a16="http://schemas.microsoft.com/office/drawing/2014/main" id="{E6213651-B9CB-105B-D5E9-62C963F6B102}"/>
              </a:ext>
            </a:extLst>
          </p:cNvPr>
          <p:cNvPicPr>
            <a:picLocks noChangeAspect="1"/>
          </p:cNvPicPr>
          <p:nvPr/>
        </p:nvPicPr>
        <p:blipFill>
          <a:blip r:embed="rId2">
            <a:extLst>
              <a:ext uri="{28A0092B-C50C-407E-A947-70E740481C1C}">
                <a14:useLocalDpi xmlns:a14="http://schemas.microsoft.com/office/drawing/2010/main" val="0"/>
              </a:ext>
            </a:extLst>
          </a:blip>
          <a:srcRect l="17999" t="21945" r="7987" b="46811"/>
          <a:stretch>
            <a:fillRect/>
          </a:stretch>
        </p:blipFill>
        <p:spPr>
          <a:xfrm rot="5400000">
            <a:off x="5907112" y="1457353"/>
            <a:ext cx="6547099" cy="3906725"/>
          </a:xfrm>
          <a:prstGeom prst="rect">
            <a:avLst/>
          </a:prstGeom>
          <a:ln>
            <a:solidFill>
              <a:schemeClr val="tx1"/>
            </a:solidFill>
          </a:ln>
        </p:spPr>
      </p:pic>
    </p:spTree>
    <p:extLst>
      <p:ext uri="{BB962C8B-B14F-4D97-AF65-F5344CB8AC3E}">
        <p14:creationId xmlns:p14="http://schemas.microsoft.com/office/powerpoint/2010/main" val="97330826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תמונה 4">
            <a:extLst>
              <a:ext uri="{FF2B5EF4-FFF2-40B4-BE49-F238E27FC236}">
                <a16:creationId xmlns:a16="http://schemas.microsoft.com/office/drawing/2014/main" id="{7DD9F2E8-B343-6BD2-1BD1-74F218E49F6A}"/>
              </a:ext>
            </a:extLst>
          </p:cNvPr>
          <p:cNvPicPr>
            <a:picLocks noChangeAspect="1"/>
          </p:cNvPicPr>
          <p:nvPr/>
        </p:nvPicPr>
        <p:blipFill>
          <a:blip r:embed="rId2">
            <a:extLst>
              <a:ext uri="{28A0092B-C50C-407E-A947-70E740481C1C}">
                <a14:useLocalDpi xmlns:a14="http://schemas.microsoft.com/office/drawing/2010/main" val="0"/>
              </a:ext>
            </a:extLst>
          </a:blip>
          <a:srcRect l="19404" t="56489" r="7281" b="11689"/>
          <a:stretch>
            <a:fillRect/>
          </a:stretch>
        </p:blipFill>
        <p:spPr>
          <a:xfrm rot="5400000">
            <a:off x="-180066" y="1400912"/>
            <a:ext cx="6611111" cy="4056175"/>
          </a:xfrm>
          <a:prstGeom prst="rect">
            <a:avLst/>
          </a:prstGeom>
          <a:ln>
            <a:solidFill>
              <a:schemeClr val="tx1"/>
            </a:solidFill>
          </a:ln>
        </p:spPr>
      </p:pic>
      <p:pic>
        <p:nvPicPr>
          <p:cNvPr id="7" name="תמונה 6">
            <a:extLst>
              <a:ext uri="{FF2B5EF4-FFF2-40B4-BE49-F238E27FC236}">
                <a16:creationId xmlns:a16="http://schemas.microsoft.com/office/drawing/2014/main" id="{8BBA7243-A5CF-FEC5-3E74-75323A804710}"/>
              </a:ext>
            </a:extLst>
          </p:cNvPr>
          <p:cNvPicPr>
            <a:picLocks noChangeAspect="1"/>
          </p:cNvPicPr>
          <p:nvPr/>
        </p:nvPicPr>
        <p:blipFill>
          <a:blip r:embed="rId2">
            <a:extLst>
              <a:ext uri="{28A0092B-C50C-407E-A947-70E740481C1C}">
                <a14:useLocalDpi xmlns:a14="http://schemas.microsoft.com/office/drawing/2010/main" val="0"/>
              </a:ext>
            </a:extLst>
          </a:blip>
          <a:srcRect l="19404" t="24178" r="7281" b="44000"/>
          <a:stretch>
            <a:fillRect/>
          </a:stretch>
        </p:blipFill>
        <p:spPr>
          <a:xfrm rot="5400000">
            <a:off x="5828138" y="1368912"/>
            <a:ext cx="6611110" cy="4056172"/>
          </a:xfrm>
          <a:prstGeom prst="rect">
            <a:avLst/>
          </a:prstGeom>
          <a:ln>
            <a:solidFill>
              <a:schemeClr val="tx1"/>
            </a:solidFill>
          </a:ln>
        </p:spPr>
      </p:pic>
    </p:spTree>
    <p:extLst>
      <p:ext uri="{BB962C8B-B14F-4D97-AF65-F5344CB8AC3E}">
        <p14:creationId xmlns:p14="http://schemas.microsoft.com/office/powerpoint/2010/main" val="352414763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תמונה 2">
            <a:extLst>
              <a:ext uri="{FF2B5EF4-FFF2-40B4-BE49-F238E27FC236}">
                <a16:creationId xmlns:a16="http://schemas.microsoft.com/office/drawing/2014/main" id="{B972AC70-9673-49BE-EEC4-575584475B2C}"/>
              </a:ext>
            </a:extLst>
          </p:cNvPr>
          <p:cNvPicPr>
            <a:picLocks noChangeAspect="1"/>
          </p:cNvPicPr>
          <p:nvPr/>
        </p:nvPicPr>
        <p:blipFill>
          <a:blip r:embed="rId2">
            <a:extLst>
              <a:ext uri="{28A0092B-C50C-407E-A947-70E740481C1C}">
                <a14:useLocalDpi xmlns:a14="http://schemas.microsoft.com/office/drawing/2010/main" val="0"/>
              </a:ext>
            </a:extLst>
          </a:blip>
          <a:srcRect l="19720" t="54578" r="32749" b="14000"/>
          <a:stretch>
            <a:fillRect/>
          </a:stretch>
        </p:blipFill>
        <p:spPr>
          <a:xfrm rot="5400000">
            <a:off x="782911" y="241894"/>
            <a:ext cx="4126990" cy="3856573"/>
          </a:xfrm>
          <a:prstGeom prst="rect">
            <a:avLst/>
          </a:prstGeom>
          <a:ln>
            <a:solidFill>
              <a:schemeClr val="tx1"/>
            </a:solidFill>
          </a:ln>
        </p:spPr>
      </p:pic>
      <p:pic>
        <p:nvPicPr>
          <p:cNvPr id="5" name="תמונה 4">
            <a:extLst>
              <a:ext uri="{FF2B5EF4-FFF2-40B4-BE49-F238E27FC236}">
                <a16:creationId xmlns:a16="http://schemas.microsoft.com/office/drawing/2014/main" id="{844551E0-D7A6-A496-5D10-263399828C82}"/>
              </a:ext>
            </a:extLst>
          </p:cNvPr>
          <p:cNvPicPr>
            <a:picLocks noChangeAspect="1"/>
          </p:cNvPicPr>
          <p:nvPr/>
        </p:nvPicPr>
        <p:blipFill>
          <a:blip r:embed="rId2">
            <a:extLst>
              <a:ext uri="{28A0092B-C50C-407E-A947-70E740481C1C}">
                <a14:useLocalDpi xmlns:a14="http://schemas.microsoft.com/office/drawing/2010/main" val="0"/>
              </a:ext>
            </a:extLst>
          </a:blip>
          <a:srcRect l="19720" t="21067" r="7959" b="47511"/>
          <a:stretch>
            <a:fillRect/>
          </a:stretch>
        </p:blipFill>
        <p:spPr>
          <a:xfrm rot="5400000">
            <a:off x="5789131" y="1373880"/>
            <a:ext cx="6568438" cy="4034048"/>
          </a:xfrm>
          <a:prstGeom prst="rect">
            <a:avLst/>
          </a:prstGeom>
          <a:ln>
            <a:solidFill>
              <a:schemeClr val="tx1"/>
            </a:solidFill>
          </a:ln>
        </p:spPr>
      </p:pic>
      <p:sp>
        <p:nvSpPr>
          <p:cNvPr id="7" name="תיבת טקסט 6">
            <a:extLst>
              <a:ext uri="{FF2B5EF4-FFF2-40B4-BE49-F238E27FC236}">
                <a16:creationId xmlns:a16="http://schemas.microsoft.com/office/drawing/2014/main" id="{846E213E-A2A2-E16A-4A58-29E77406AAB6}"/>
              </a:ext>
            </a:extLst>
          </p:cNvPr>
          <p:cNvSpPr txBox="1"/>
          <p:nvPr/>
        </p:nvSpPr>
        <p:spPr>
          <a:xfrm>
            <a:off x="745165" y="4233676"/>
            <a:ext cx="3115056" cy="307777"/>
          </a:xfrm>
          <a:prstGeom prst="rect">
            <a:avLst/>
          </a:prstGeom>
          <a:noFill/>
        </p:spPr>
        <p:txBody>
          <a:bodyPr wrap="square" rtlCol="1">
            <a:spAutoFit/>
          </a:bodyPr>
          <a:lstStyle/>
          <a:p>
            <a:r>
              <a:rPr lang="he-IL" sz="1400" b="1" dirty="0"/>
              <a:t>את ענת אנכי מבקש, תשמ"ח, עמ' 36-43</a:t>
            </a:r>
          </a:p>
        </p:txBody>
      </p:sp>
      <p:sp>
        <p:nvSpPr>
          <p:cNvPr id="8" name="תיבת טקסט 7">
            <a:extLst>
              <a:ext uri="{FF2B5EF4-FFF2-40B4-BE49-F238E27FC236}">
                <a16:creationId xmlns:a16="http://schemas.microsoft.com/office/drawing/2014/main" id="{76773680-64AA-AD9B-FD7E-8219105895A1}"/>
              </a:ext>
            </a:extLst>
          </p:cNvPr>
          <p:cNvSpPr txBox="1"/>
          <p:nvPr/>
        </p:nvSpPr>
        <p:spPr>
          <a:xfrm>
            <a:off x="1670287" y="4882896"/>
            <a:ext cx="1659429" cy="307777"/>
          </a:xfrm>
          <a:prstGeom prst="rect">
            <a:avLst/>
          </a:prstGeom>
          <a:solidFill>
            <a:srgbClr val="FFFF00"/>
          </a:solidFill>
          <a:ln>
            <a:solidFill>
              <a:schemeClr val="tx1"/>
            </a:solidFill>
          </a:ln>
        </p:spPr>
        <p:txBody>
          <a:bodyPr wrap="none" rtlCol="1">
            <a:spAutoFit/>
          </a:bodyPr>
          <a:lstStyle/>
          <a:p>
            <a:r>
              <a:rPr lang="he-IL" sz="1400" b="1" dirty="0"/>
              <a:t>מסה זו מופיעה להלן</a:t>
            </a:r>
          </a:p>
        </p:txBody>
      </p:sp>
    </p:spTree>
    <p:extLst>
      <p:ext uri="{BB962C8B-B14F-4D97-AF65-F5344CB8AC3E}">
        <p14:creationId xmlns:p14="http://schemas.microsoft.com/office/powerpoint/2010/main" val="264048525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תמונה 2">
            <a:extLst>
              <a:ext uri="{FF2B5EF4-FFF2-40B4-BE49-F238E27FC236}">
                <a16:creationId xmlns:a16="http://schemas.microsoft.com/office/drawing/2014/main" id="{FE396442-106B-5BD1-9C2A-9E361ED192A2}"/>
              </a:ext>
            </a:extLst>
          </p:cNvPr>
          <p:cNvPicPr>
            <a:picLocks noChangeAspect="1"/>
          </p:cNvPicPr>
          <p:nvPr/>
        </p:nvPicPr>
        <p:blipFill>
          <a:blip r:embed="rId2"/>
          <a:stretch>
            <a:fillRect/>
          </a:stretch>
        </p:blipFill>
        <p:spPr>
          <a:xfrm>
            <a:off x="7238940" y="70177"/>
            <a:ext cx="4317207" cy="6717646"/>
          </a:xfrm>
          <a:prstGeom prst="rect">
            <a:avLst/>
          </a:prstGeom>
          <a:ln>
            <a:solidFill>
              <a:schemeClr val="tx1"/>
            </a:solidFill>
          </a:ln>
        </p:spPr>
      </p:pic>
      <p:pic>
        <p:nvPicPr>
          <p:cNvPr id="5" name="תמונה 4">
            <a:extLst>
              <a:ext uri="{FF2B5EF4-FFF2-40B4-BE49-F238E27FC236}">
                <a16:creationId xmlns:a16="http://schemas.microsoft.com/office/drawing/2014/main" id="{54B8F1F6-5BC1-DE5F-F4C9-774FFC512EE1}"/>
              </a:ext>
            </a:extLst>
          </p:cNvPr>
          <p:cNvPicPr>
            <a:picLocks noChangeAspect="1"/>
          </p:cNvPicPr>
          <p:nvPr/>
        </p:nvPicPr>
        <p:blipFill>
          <a:blip r:embed="rId3"/>
          <a:stretch>
            <a:fillRect/>
          </a:stretch>
        </p:blipFill>
        <p:spPr>
          <a:xfrm>
            <a:off x="635853" y="87444"/>
            <a:ext cx="4317207" cy="6700379"/>
          </a:xfrm>
          <a:prstGeom prst="rect">
            <a:avLst/>
          </a:prstGeom>
          <a:ln>
            <a:solidFill>
              <a:schemeClr val="tx1"/>
            </a:solidFill>
          </a:ln>
        </p:spPr>
      </p:pic>
      <p:sp>
        <p:nvSpPr>
          <p:cNvPr id="7" name="תיבת טקסט 6">
            <a:extLst>
              <a:ext uri="{FF2B5EF4-FFF2-40B4-BE49-F238E27FC236}">
                <a16:creationId xmlns:a16="http://schemas.microsoft.com/office/drawing/2014/main" id="{151ECBD5-B683-9873-0AFB-E1F53E40EBD1}"/>
              </a:ext>
            </a:extLst>
          </p:cNvPr>
          <p:cNvSpPr txBox="1"/>
          <p:nvPr/>
        </p:nvSpPr>
        <p:spPr>
          <a:xfrm>
            <a:off x="5080337" y="100584"/>
            <a:ext cx="2031326" cy="338554"/>
          </a:xfrm>
          <a:prstGeom prst="rect">
            <a:avLst/>
          </a:prstGeom>
          <a:solidFill>
            <a:srgbClr val="FFFF00"/>
          </a:solidFill>
          <a:ln>
            <a:solidFill>
              <a:schemeClr val="tx1"/>
            </a:solidFill>
          </a:ln>
        </p:spPr>
        <p:txBody>
          <a:bodyPr wrap="none" rtlCol="1">
            <a:spAutoFit/>
          </a:bodyPr>
          <a:lstStyle/>
          <a:p>
            <a:r>
              <a:rPr lang="he-IL" sz="1600" b="1" dirty="0"/>
              <a:t>'לכו ונלכה עד </a:t>
            </a:r>
            <a:r>
              <a:rPr lang="he-IL" sz="1600" b="1" dirty="0" err="1"/>
              <a:t>הרא"ה</a:t>
            </a:r>
            <a:r>
              <a:rPr lang="he-IL" sz="1600" b="1" dirty="0"/>
              <a:t>'</a:t>
            </a:r>
          </a:p>
        </p:txBody>
      </p:sp>
    </p:spTree>
    <p:extLst>
      <p:ext uri="{BB962C8B-B14F-4D97-AF65-F5344CB8AC3E}">
        <p14:creationId xmlns:p14="http://schemas.microsoft.com/office/powerpoint/2010/main" val="172521939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תמונה 2">
            <a:extLst>
              <a:ext uri="{FF2B5EF4-FFF2-40B4-BE49-F238E27FC236}">
                <a16:creationId xmlns:a16="http://schemas.microsoft.com/office/drawing/2014/main" id="{585FFD2B-15F6-2ACA-8D50-91F325BFE44A}"/>
              </a:ext>
            </a:extLst>
          </p:cNvPr>
          <p:cNvPicPr>
            <a:picLocks noChangeAspect="1"/>
          </p:cNvPicPr>
          <p:nvPr/>
        </p:nvPicPr>
        <p:blipFill>
          <a:blip r:embed="rId2"/>
          <a:stretch>
            <a:fillRect/>
          </a:stretch>
        </p:blipFill>
        <p:spPr>
          <a:xfrm>
            <a:off x="7211910" y="36791"/>
            <a:ext cx="4273358" cy="6784413"/>
          </a:xfrm>
          <a:prstGeom prst="rect">
            <a:avLst/>
          </a:prstGeom>
          <a:ln>
            <a:solidFill>
              <a:schemeClr val="tx1"/>
            </a:solidFill>
          </a:ln>
        </p:spPr>
      </p:pic>
      <p:pic>
        <p:nvPicPr>
          <p:cNvPr id="5" name="תמונה 4">
            <a:extLst>
              <a:ext uri="{FF2B5EF4-FFF2-40B4-BE49-F238E27FC236}">
                <a16:creationId xmlns:a16="http://schemas.microsoft.com/office/drawing/2014/main" id="{E445CCAE-DCA0-F5AA-9BA8-2D561CDC1B13}"/>
              </a:ext>
            </a:extLst>
          </p:cNvPr>
          <p:cNvPicPr>
            <a:picLocks noChangeAspect="1"/>
          </p:cNvPicPr>
          <p:nvPr/>
        </p:nvPicPr>
        <p:blipFill>
          <a:blip r:embed="rId3"/>
          <a:stretch>
            <a:fillRect/>
          </a:stretch>
        </p:blipFill>
        <p:spPr>
          <a:xfrm>
            <a:off x="855068" y="122253"/>
            <a:ext cx="4356136" cy="6613491"/>
          </a:xfrm>
          <a:prstGeom prst="rect">
            <a:avLst/>
          </a:prstGeom>
          <a:ln>
            <a:solidFill>
              <a:schemeClr val="tx1"/>
            </a:solidFill>
          </a:ln>
        </p:spPr>
      </p:pic>
    </p:spTree>
    <p:extLst>
      <p:ext uri="{BB962C8B-B14F-4D97-AF65-F5344CB8AC3E}">
        <p14:creationId xmlns:p14="http://schemas.microsoft.com/office/powerpoint/2010/main" val="341662836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תמונה 2">
            <a:extLst>
              <a:ext uri="{FF2B5EF4-FFF2-40B4-BE49-F238E27FC236}">
                <a16:creationId xmlns:a16="http://schemas.microsoft.com/office/drawing/2014/main" id="{BBC6A089-A207-446B-0BFC-02B69ED6A5A1}"/>
              </a:ext>
            </a:extLst>
          </p:cNvPr>
          <p:cNvPicPr>
            <a:picLocks noChangeAspect="1"/>
          </p:cNvPicPr>
          <p:nvPr/>
        </p:nvPicPr>
        <p:blipFill>
          <a:blip r:embed="rId2"/>
          <a:stretch>
            <a:fillRect/>
          </a:stretch>
        </p:blipFill>
        <p:spPr>
          <a:xfrm>
            <a:off x="7119759" y="85153"/>
            <a:ext cx="4254976" cy="6687693"/>
          </a:xfrm>
          <a:prstGeom prst="rect">
            <a:avLst/>
          </a:prstGeom>
          <a:ln>
            <a:solidFill>
              <a:schemeClr val="tx1"/>
            </a:solidFill>
          </a:ln>
        </p:spPr>
      </p:pic>
      <p:pic>
        <p:nvPicPr>
          <p:cNvPr id="5" name="תמונה 4">
            <a:extLst>
              <a:ext uri="{FF2B5EF4-FFF2-40B4-BE49-F238E27FC236}">
                <a16:creationId xmlns:a16="http://schemas.microsoft.com/office/drawing/2014/main" id="{52ED5057-BEAC-45EF-77B7-6AF7EBE2DEDE}"/>
              </a:ext>
            </a:extLst>
          </p:cNvPr>
          <p:cNvPicPr>
            <a:picLocks noChangeAspect="1"/>
          </p:cNvPicPr>
          <p:nvPr/>
        </p:nvPicPr>
        <p:blipFill>
          <a:blip r:embed="rId3"/>
          <a:stretch>
            <a:fillRect/>
          </a:stretch>
        </p:blipFill>
        <p:spPr>
          <a:xfrm>
            <a:off x="980215" y="85153"/>
            <a:ext cx="4448796" cy="4486901"/>
          </a:xfrm>
          <a:prstGeom prst="rect">
            <a:avLst/>
          </a:prstGeom>
          <a:ln>
            <a:solidFill>
              <a:schemeClr val="tx1"/>
            </a:solidFill>
          </a:ln>
        </p:spPr>
      </p:pic>
      <p:sp>
        <p:nvSpPr>
          <p:cNvPr id="6" name="תיבת טקסט 5">
            <a:extLst>
              <a:ext uri="{FF2B5EF4-FFF2-40B4-BE49-F238E27FC236}">
                <a16:creationId xmlns:a16="http://schemas.microsoft.com/office/drawing/2014/main" id="{B9648036-8083-6144-6046-88AEBA58876C}"/>
              </a:ext>
            </a:extLst>
          </p:cNvPr>
          <p:cNvSpPr txBox="1"/>
          <p:nvPr/>
        </p:nvSpPr>
        <p:spPr>
          <a:xfrm>
            <a:off x="887603" y="4642392"/>
            <a:ext cx="3171061" cy="523220"/>
          </a:xfrm>
          <a:prstGeom prst="rect">
            <a:avLst/>
          </a:prstGeom>
          <a:noFill/>
        </p:spPr>
        <p:txBody>
          <a:bodyPr wrap="none" rtlCol="1">
            <a:spAutoFit/>
          </a:bodyPr>
          <a:lstStyle/>
          <a:p>
            <a:r>
              <a:rPr lang="he-IL" sz="1400" b="1" dirty="0"/>
              <a:t>את ענת אנכי מבקש, תשמ"ח,  עמ' 38-51</a:t>
            </a:r>
          </a:p>
          <a:p>
            <a:r>
              <a:rPr lang="he-IL" sz="1400" b="1" dirty="0"/>
              <a:t>                                   תמלול: רפי קפלן</a:t>
            </a:r>
          </a:p>
        </p:txBody>
      </p:sp>
    </p:spTree>
    <p:extLst>
      <p:ext uri="{BB962C8B-B14F-4D97-AF65-F5344CB8AC3E}">
        <p14:creationId xmlns:p14="http://schemas.microsoft.com/office/powerpoint/2010/main" val="118413986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תמונה 2">
            <a:extLst>
              <a:ext uri="{FF2B5EF4-FFF2-40B4-BE49-F238E27FC236}">
                <a16:creationId xmlns:a16="http://schemas.microsoft.com/office/drawing/2014/main" id="{D45BFE92-86DC-E681-6D03-1B3CA24A0D88}"/>
              </a:ext>
            </a:extLst>
          </p:cNvPr>
          <p:cNvPicPr>
            <a:picLocks noChangeAspect="1"/>
          </p:cNvPicPr>
          <p:nvPr/>
        </p:nvPicPr>
        <p:blipFill>
          <a:blip r:embed="rId2">
            <a:extLst>
              <a:ext uri="{28A0092B-C50C-407E-A947-70E740481C1C}">
                <a14:useLocalDpi xmlns:a14="http://schemas.microsoft.com/office/drawing/2010/main" val="0"/>
              </a:ext>
            </a:extLst>
          </a:blip>
          <a:srcRect l="18525" t="62889" r="7594" b="6578"/>
          <a:stretch>
            <a:fillRect/>
          </a:stretch>
        </p:blipFill>
        <p:spPr>
          <a:xfrm rot="5400000">
            <a:off x="-355719" y="1496166"/>
            <a:ext cx="6617205" cy="3865667"/>
          </a:xfrm>
          <a:prstGeom prst="rect">
            <a:avLst/>
          </a:prstGeom>
          <a:ln>
            <a:solidFill>
              <a:schemeClr val="tx1"/>
            </a:solidFill>
          </a:ln>
        </p:spPr>
      </p:pic>
      <p:pic>
        <p:nvPicPr>
          <p:cNvPr id="5" name="תמונה 4">
            <a:extLst>
              <a:ext uri="{FF2B5EF4-FFF2-40B4-BE49-F238E27FC236}">
                <a16:creationId xmlns:a16="http://schemas.microsoft.com/office/drawing/2014/main" id="{991834F6-0515-698E-FF62-C3DD0DD25105}"/>
              </a:ext>
            </a:extLst>
          </p:cNvPr>
          <p:cNvPicPr>
            <a:picLocks noChangeAspect="1"/>
          </p:cNvPicPr>
          <p:nvPr/>
        </p:nvPicPr>
        <p:blipFill>
          <a:blip r:embed="rId2">
            <a:extLst>
              <a:ext uri="{28A0092B-C50C-407E-A947-70E740481C1C}">
                <a14:useLocalDpi xmlns:a14="http://schemas.microsoft.com/office/drawing/2010/main" val="0"/>
              </a:ext>
            </a:extLst>
          </a:blip>
          <a:srcRect l="55978" t="28489" r="7594" b="39822"/>
          <a:stretch>
            <a:fillRect/>
          </a:stretch>
        </p:blipFill>
        <p:spPr>
          <a:xfrm rot="5400000">
            <a:off x="7431021" y="481983"/>
            <a:ext cx="3355644" cy="4126214"/>
          </a:xfrm>
          <a:prstGeom prst="rect">
            <a:avLst/>
          </a:prstGeom>
          <a:ln>
            <a:solidFill>
              <a:schemeClr val="tx1"/>
            </a:solidFill>
          </a:ln>
        </p:spPr>
      </p:pic>
      <p:sp>
        <p:nvSpPr>
          <p:cNvPr id="4" name="תיבת טקסט 3">
            <a:extLst>
              <a:ext uri="{FF2B5EF4-FFF2-40B4-BE49-F238E27FC236}">
                <a16:creationId xmlns:a16="http://schemas.microsoft.com/office/drawing/2014/main" id="{0567E3B6-AD8E-B2C7-0E73-85AD1D9163E3}"/>
              </a:ext>
            </a:extLst>
          </p:cNvPr>
          <p:cNvSpPr txBox="1"/>
          <p:nvPr/>
        </p:nvSpPr>
        <p:spPr>
          <a:xfrm>
            <a:off x="7903383" y="256253"/>
            <a:ext cx="2531462" cy="338554"/>
          </a:xfrm>
          <a:prstGeom prst="rect">
            <a:avLst/>
          </a:prstGeom>
          <a:solidFill>
            <a:srgbClr val="FFFF00"/>
          </a:solidFill>
          <a:ln>
            <a:solidFill>
              <a:schemeClr val="tx1"/>
            </a:solidFill>
          </a:ln>
        </p:spPr>
        <p:txBody>
          <a:bodyPr wrap="none" rtlCol="1">
            <a:spAutoFit/>
          </a:bodyPr>
          <a:lstStyle/>
          <a:p>
            <a:r>
              <a:rPr lang="he-IL" sz="1600" b="1" dirty="0"/>
              <a:t>'על כפיה דתית בנצרת עלית'</a:t>
            </a:r>
          </a:p>
        </p:txBody>
      </p:sp>
    </p:spTree>
    <p:extLst>
      <p:ext uri="{BB962C8B-B14F-4D97-AF65-F5344CB8AC3E}">
        <p14:creationId xmlns:p14="http://schemas.microsoft.com/office/powerpoint/2010/main" val="302135307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תמונה 2">
            <a:extLst>
              <a:ext uri="{FF2B5EF4-FFF2-40B4-BE49-F238E27FC236}">
                <a16:creationId xmlns:a16="http://schemas.microsoft.com/office/drawing/2014/main" id="{2AC4748A-3DEC-F033-395C-7199772BF27F}"/>
              </a:ext>
            </a:extLst>
          </p:cNvPr>
          <p:cNvPicPr>
            <a:picLocks noChangeAspect="1"/>
          </p:cNvPicPr>
          <p:nvPr/>
        </p:nvPicPr>
        <p:blipFill>
          <a:blip r:embed="rId2">
            <a:extLst>
              <a:ext uri="{28A0092B-C50C-407E-A947-70E740481C1C}">
                <a14:useLocalDpi xmlns:a14="http://schemas.microsoft.com/office/drawing/2010/main" val="0"/>
              </a:ext>
            </a:extLst>
          </a:blip>
          <a:srcRect l="19232" t="63505" r="7829" b="7695"/>
          <a:stretch>
            <a:fillRect/>
          </a:stretch>
        </p:blipFill>
        <p:spPr>
          <a:xfrm rot="5400000">
            <a:off x="-418818" y="1537437"/>
            <a:ext cx="6641590" cy="3706934"/>
          </a:xfrm>
          <a:prstGeom prst="rect">
            <a:avLst/>
          </a:prstGeom>
          <a:ln>
            <a:solidFill>
              <a:schemeClr val="tx1"/>
            </a:solidFill>
          </a:ln>
        </p:spPr>
      </p:pic>
      <p:pic>
        <p:nvPicPr>
          <p:cNvPr id="5" name="תמונה 4">
            <a:extLst>
              <a:ext uri="{FF2B5EF4-FFF2-40B4-BE49-F238E27FC236}">
                <a16:creationId xmlns:a16="http://schemas.microsoft.com/office/drawing/2014/main" id="{88E45F05-FD44-E52B-FCF8-589B869DD0E8}"/>
              </a:ext>
            </a:extLst>
          </p:cNvPr>
          <p:cNvPicPr>
            <a:picLocks noChangeAspect="1"/>
          </p:cNvPicPr>
          <p:nvPr/>
        </p:nvPicPr>
        <p:blipFill>
          <a:blip r:embed="rId2">
            <a:extLst>
              <a:ext uri="{28A0092B-C50C-407E-A947-70E740481C1C}">
                <a14:useLocalDpi xmlns:a14="http://schemas.microsoft.com/office/drawing/2010/main" val="0"/>
              </a:ext>
            </a:extLst>
          </a:blip>
          <a:srcRect l="19232" t="26706" r="7829" b="42939"/>
          <a:stretch>
            <a:fillRect/>
          </a:stretch>
        </p:blipFill>
        <p:spPr>
          <a:xfrm rot="5400000">
            <a:off x="5869117" y="1437326"/>
            <a:ext cx="6641590" cy="3907156"/>
          </a:xfrm>
          <a:prstGeom prst="rect">
            <a:avLst/>
          </a:prstGeom>
          <a:ln>
            <a:solidFill>
              <a:schemeClr val="tx1"/>
            </a:solidFill>
          </a:ln>
        </p:spPr>
      </p:pic>
    </p:spTree>
    <p:extLst>
      <p:ext uri="{BB962C8B-B14F-4D97-AF65-F5344CB8AC3E}">
        <p14:creationId xmlns:p14="http://schemas.microsoft.com/office/powerpoint/2010/main" val="330479078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תמונה 2">
            <a:extLst>
              <a:ext uri="{FF2B5EF4-FFF2-40B4-BE49-F238E27FC236}">
                <a16:creationId xmlns:a16="http://schemas.microsoft.com/office/drawing/2014/main" id="{49583AE2-AE6E-2503-0EDB-A980D9832255}"/>
              </a:ext>
            </a:extLst>
          </p:cNvPr>
          <p:cNvPicPr>
            <a:picLocks noChangeAspect="1"/>
          </p:cNvPicPr>
          <p:nvPr/>
        </p:nvPicPr>
        <p:blipFill>
          <a:blip r:embed="rId2">
            <a:extLst>
              <a:ext uri="{28A0092B-C50C-407E-A947-70E740481C1C}">
                <a14:useLocalDpi xmlns:a14="http://schemas.microsoft.com/office/drawing/2010/main" val="0"/>
              </a:ext>
            </a:extLst>
          </a:blip>
          <a:srcRect l="19216" t="50304" r="7657" b="19166"/>
          <a:stretch>
            <a:fillRect/>
          </a:stretch>
        </p:blipFill>
        <p:spPr>
          <a:xfrm rot="5400000">
            <a:off x="-329842" y="1457609"/>
            <a:ext cx="6636811" cy="3916680"/>
          </a:xfrm>
          <a:prstGeom prst="rect">
            <a:avLst/>
          </a:prstGeom>
          <a:ln>
            <a:solidFill>
              <a:schemeClr val="tx1"/>
            </a:solidFill>
          </a:ln>
        </p:spPr>
      </p:pic>
      <p:pic>
        <p:nvPicPr>
          <p:cNvPr id="5" name="תמונה 4">
            <a:extLst>
              <a:ext uri="{FF2B5EF4-FFF2-40B4-BE49-F238E27FC236}">
                <a16:creationId xmlns:a16="http://schemas.microsoft.com/office/drawing/2014/main" id="{81926557-E06F-F8C4-A954-BD9871C3E121}"/>
              </a:ext>
            </a:extLst>
          </p:cNvPr>
          <p:cNvPicPr>
            <a:picLocks noChangeAspect="1"/>
          </p:cNvPicPr>
          <p:nvPr/>
        </p:nvPicPr>
        <p:blipFill>
          <a:blip r:embed="rId2">
            <a:extLst>
              <a:ext uri="{28A0092B-C50C-407E-A947-70E740481C1C}">
                <a14:useLocalDpi xmlns:a14="http://schemas.microsoft.com/office/drawing/2010/main" val="0"/>
              </a:ext>
            </a:extLst>
          </a:blip>
          <a:srcRect l="19216" t="14565" r="7657" b="54167"/>
          <a:stretch>
            <a:fillRect/>
          </a:stretch>
        </p:blipFill>
        <p:spPr>
          <a:xfrm rot="5400000">
            <a:off x="5837787" y="1410365"/>
            <a:ext cx="6636809" cy="4011168"/>
          </a:xfrm>
          <a:prstGeom prst="rect">
            <a:avLst/>
          </a:prstGeom>
          <a:ln>
            <a:solidFill>
              <a:schemeClr val="tx1"/>
            </a:solidFill>
          </a:ln>
        </p:spPr>
      </p:pic>
    </p:spTree>
    <p:extLst>
      <p:ext uri="{BB962C8B-B14F-4D97-AF65-F5344CB8AC3E}">
        <p14:creationId xmlns:p14="http://schemas.microsoft.com/office/powerpoint/2010/main" val="397819961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תמונה 2">
            <a:extLst>
              <a:ext uri="{FF2B5EF4-FFF2-40B4-BE49-F238E27FC236}">
                <a16:creationId xmlns:a16="http://schemas.microsoft.com/office/drawing/2014/main" id="{89FE39B1-0A25-46E2-D8C1-AA220EAC26A5}"/>
              </a:ext>
            </a:extLst>
          </p:cNvPr>
          <p:cNvPicPr>
            <a:picLocks noChangeAspect="1"/>
          </p:cNvPicPr>
          <p:nvPr/>
        </p:nvPicPr>
        <p:blipFill>
          <a:blip r:embed="rId2">
            <a:extLst>
              <a:ext uri="{28A0092B-C50C-407E-A947-70E740481C1C}">
                <a14:useLocalDpi xmlns:a14="http://schemas.microsoft.com/office/drawing/2010/main" val="0"/>
              </a:ext>
            </a:extLst>
          </a:blip>
          <a:srcRect l="19373" t="52222" r="6809" b="16805"/>
          <a:stretch>
            <a:fillRect/>
          </a:stretch>
        </p:blipFill>
        <p:spPr>
          <a:xfrm rot="5400000">
            <a:off x="-288631" y="1479645"/>
            <a:ext cx="6577743" cy="3901169"/>
          </a:xfrm>
          <a:prstGeom prst="rect">
            <a:avLst/>
          </a:prstGeom>
          <a:ln>
            <a:solidFill>
              <a:schemeClr val="tx1"/>
            </a:solidFill>
          </a:ln>
        </p:spPr>
      </p:pic>
      <p:pic>
        <p:nvPicPr>
          <p:cNvPr id="5" name="תמונה 4">
            <a:extLst>
              <a:ext uri="{FF2B5EF4-FFF2-40B4-BE49-F238E27FC236}">
                <a16:creationId xmlns:a16="http://schemas.microsoft.com/office/drawing/2014/main" id="{C35DB814-3EC4-65E5-ECB7-F1A4CBAD5C0A}"/>
              </a:ext>
            </a:extLst>
          </p:cNvPr>
          <p:cNvPicPr>
            <a:picLocks noChangeAspect="1"/>
          </p:cNvPicPr>
          <p:nvPr/>
        </p:nvPicPr>
        <p:blipFill>
          <a:blip r:embed="rId2">
            <a:extLst>
              <a:ext uri="{28A0092B-C50C-407E-A947-70E740481C1C}">
                <a14:useLocalDpi xmlns:a14="http://schemas.microsoft.com/office/drawing/2010/main" val="0"/>
              </a:ext>
            </a:extLst>
          </a:blip>
          <a:srcRect l="19373" t="17917" r="8151" b="51111"/>
          <a:stretch>
            <a:fillRect/>
          </a:stretch>
        </p:blipFill>
        <p:spPr>
          <a:xfrm rot="5400000">
            <a:off x="5866749" y="1443505"/>
            <a:ext cx="6577741" cy="3973448"/>
          </a:xfrm>
          <a:prstGeom prst="rect">
            <a:avLst/>
          </a:prstGeom>
          <a:ln>
            <a:solidFill>
              <a:schemeClr val="tx1"/>
            </a:solidFill>
          </a:ln>
        </p:spPr>
      </p:pic>
    </p:spTree>
    <p:extLst>
      <p:ext uri="{BB962C8B-B14F-4D97-AF65-F5344CB8AC3E}">
        <p14:creationId xmlns:p14="http://schemas.microsoft.com/office/powerpoint/2010/main" val="314375649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תמונה 2">
            <a:extLst>
              <a:ext uri="{FF2B5EF4-FFF2-40B4-BE49-F238E27FC236}">
                <a16:creationId xmlns:a16="http://schemas.microsoft.com/office/drawing/2014/main" id="{566DCF63-048D-2EEA-47C1-F0590F4F41EE}"/>
              </a:ext>
            </a:extLst>
          </p:cNvPr>
          <p:cNvPicPr>
            <a:picLocks noChangeAspect="1"/>
          </p:cNvPicPr>
          <p:nvPr/>
        </p:nvPicPr>
        <p:blipFill>
          <a:blip r:embed="rId2">
            <a:extLst>
              <a:ext uri="{28A0092B-C50C-407E-A947-70E740481C1C}">
                <a14:useLocalDpi xmlns:a14="http://schemas.microsoft.com/office/drawing/2010/main" val="0"/>
              </a:ext>
            </a:extLst>
          </a:blip>
          <a:srcRect l="19279" t="54622" r="7593" b="14445"/>
          <a:stretch>
            <a:fillRect/>
          </a:stretch>
        </p:blipFill>
        <p:spPr>
          <a:xfrm rot="5400000">
            <a:off x="-254885" y="1449708"/>
            <a:ext cx="6574530" cy="3931165"/>
          </a:xfrm>
          <a:prstGeom prst="rect">
            <a:avLst/>
          </a:prstGeom>
          <a:ln>
            <a:solidFill>
              <a:schemeClr val="tx1"/>
            </a:solidFill>
          </a:ln>
        </p:spPr>
      </p:pic>
      <p:pic>
        <p:nvPicPr>
          <p:cNvPr id="5" name="תמונה 4">
            <a:extLst>
              <a:ext uri="{FF2B5EF4-FFF2-40B4-BE49-F238E27FC236}">
                <a16:creationId xmlns:a16="http://schemas.microsoft.com/office/drawing/2014/main" id="{039A9A44-DC59-255B-CF98-57E982A80303}"/>
              </a:ext>
            </a:extLst>
          </p:cNvPr>
          <p:cNvPicPr>
            <a:picLocks noChangeAspect="1"/>
          </p:cNvPicPr>
          <p:nvPr/>
        </p:nvPicPr>
        <p:blipFill>
          <a:blip r:embed="rId2">
            <a:extLst>
              <a:ext uri="{28A0092B-C50C-407E-A947-70E740481C1C}">
                <a14:useLocalDpi xmlns:a14="http://schemas.microsoft.com/office/drawing/2010/main" val="0"/>
              </a:ext>
            </a:extLst>
          </a:blip>
          <a:srcRect l="19279" t="20356" r="7593" b="47778"/>
          <a:stretch>
            <a:fillRect/>
          </a:stretch>
        </p:blipFill>
        <p:spPr>
          <a:xfrm rot="5400000">
            <a:off x="5813049" y="1390402"/>
            <a:ext cx="6574528" cy="4049777"/>
          </a:xfrm>
          <a:prstGeom prst="rect">
            <a:avLst/>
          </a:prstGeom>
          <a:ln>
            <a:solidFill>
              <a:schemeClr val="tx1"/>
            </a:solidFill>
          </a:ln>
        </p:spPr>
      </p:pic>
    </p:spTree>
    <p:extLst>
      <p:ext uri="{BB962C8B-B14F-4D97-AF65-F5344CB8AC3E}">
        <p14:creationId xmlns:p14="http://schemas.microsoft.com/office/powerpoint/2010/main" val="43340156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תמונה 2">
            <a:extLst>
              <a:ext uri="{FF2B5EF4-FFF2-40B4-BE49-F238E27FC236}">
                <a16:creationId xmlns:a16="http://schemas.microsoft.com/office/drawing/2014/main" id="{2CFAF2EC-818E-E0B6-F70A-E79871B1F54F}"/>
              </a:ext>
            </a:extLst>
          </p:cNvPr>
          <p:cNvPicPr>
            <a:picLocks noChangeAspect="1"/>
          </p:cNvPicPr>
          <p:nvPr/>
        </p:nvPicPr>
        <p:blipFill>
          <a:blip r:embed="rId2">
            <a:extLst>
              <a:ext uri="{28A0092B-C50C-407E-A947-70E740481C1C}">
                <a14:useLocalDpi xmlns:a14="http://schemas.microsoft.com/office/drawing/2010/main" val="0"/>
              </a:ext>
            </a:extLst>
          </a:blip>
          <a:srcRect l="18572" t="54444" r="7546" b="14506"/>
          <a:stretch>
            <a:fillRect/>
          </a:stretch>
        </p:blipFill>
        <p:spPr>
          <a:xfrm rot="5400000">
            <a:off x="-298815" y="1470011"/>
            <a:ext cx="6566894" cy="3901195"/>
          </a:xfrm>
          <a:prstGeom prst="rect">
            <a:avLst/>
          </a:prstGeom>
          <a:ln>
            <a:solidFill>
              <a:schemeClr val="tx1"/>
            </a:solidFill>
          </a:ln>
        </p:spPr>
      </p:pic>
      <p:pic>
        <p:nvPicPr>
          <p:cNvPr id="5" name="תמונה 4">
            <a:extLst>
              <a:ext uri="{FF2B5EF4-FFF2-40B4-BE49-F238E27FC236}">
                <a16:creationId xmlns:a16="http://schemas.microsoft.com/office/drawing/2014/main" id="{30899033-C52D-EAB2-8F6F-A21B6DBAA406}"/>
              </a:ext>
            </a:extLst>
          </p:cNvPr>
          <p:cNvPicPr>
            <a:picLocks noChangeAspect="1"/>
          </p:cNvPicPr>
          <p:nvPr/>
        </p:nvPicPr>
        <p:blipFill>
          <a:blip r:embed="rId2">
            <a:extLst>
              <a:ext uri="{28A0092B-C50C-407E-A947-70E740481C1C}">
                <a14:useLocalDpi xmlns:a14="http://schemas.microsoft.com/office/drawing/2010/main" val="0"/>
              </a:ext>
            </a:extLst>
          </a:blip>
          <a:srcRect l="18572" t="20295" r="7546" b="48611"/>
          <a:stretch>
            <a:fillRect/>
          </a:stretch>
        </p:blipFill>
        <p:spPr>
          <a:xfrm rot="5400000">
            <a:off x="5921132" y="1467223"/>
            <a:ext cx="6566892" cy="3906773"/>
          </a:xfrm>
          <a:prstGeom prst="rect">
            <a:avLst/>
          </a:prstGeom>
          <a:ln>
            <a:solidFill>
              <a:schemeClr val="tx1"/>
            </a:solidFill>
          </a:ln>
        </p:spPr>
      </p:pic>
    </p:spTree>
    <p:extLst>
      <p:ext uri="{BB962C8B-B14F-4D97-AF65-F5344CB8AC3E}">
        <p14:creationId xmlns:p14="http://schemas.microsoft.com/office/powerpoint/2010/main" val="132362438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תמונה 2">
            <a:extLst>
              <a:ext uri="{FF2B5EF4-FFF2-40B4-BE49-F238E27FC236}">
                <a16:creationId xmlns:a16="http://schemas.microsoft.com/office/drawing/2014/main" id="{12602064-3CFE-9365-5E8E-422F702F3CBF}"/>
              </a:ext>
            </a:extLst>
          </p:cNvPr>
          <p:cNvPicPr>
            <a:picLocks noChangeAspect="1"/>
          </p:cNvPicPr>
          <p:nvPr/>
        </p:nvPicPr>
        <p:blipFill>
          <a:blip r:embed="rId2">
            <a:extLst>
              <a:ext uri="{28A0092B-C50C-407E-A947-70E740481C1C}">
                <a14:useLocalDpi xmlns:a14="http://schemas.microsoft.com/office/drawing/2010/main" val="0"/>
              </a:ext>
            </a:extLst>
          </a:blip>
          <a:srcRect l="20290" t="50852" r="8159" b="18577"/>
          <a:stretch>
            <a:fillRect/>
          </a:stretch>
        </p:blipFill>
        <p:spPr>
          <a:xfrm rot="5400000">
            <a:off x="-226193" y="1475875"/>
            <a:ext cx="6483096" cy="3915400"/>
          </a:xfrm>
          <a:prstGeom prst="rect">
            <a:avLst/>
          </a:prstGeom>
          <a:ln>
            <a:solidFill>
              <a:schemeClr val="tx1"/>
            </a:solidFill>
          </a:ln>
        </p:spPr>
      </p:pic>
      <p:pic>
        <p:nvPicPr>
          <p:cNvPr id="5" name="תמונה 4">
            <a:extLst>
              <a:ext uri="{FF2B5EF4-FFF2-40B4-BE49-F238E27FC236}">
                <a16:creationId xmlns:a16="http://schemas.microsoft.com/office/drawing/2014/main" id="{42244A3C-12B3-FF82-4500-2B1E5BBEADEF}"/>
              </a:ext>
            </a:extLst>
          </p:cNvPr>
          <p:cNvPicPr>
            <a:picLocks noChangeAspect="1"/>
          </p:cNvPicPr>
          <p:nvPr/>
        </p:nvPicPr>
        <p:blipFill>
          <a:blip r:embed="rId2">
            <a:extLst>
              <a:ext uri="{28A0092B-C50C-407E-A947-70E740481C1C}">
                <a14:useLocalDpi xmlns:a14="http://schemas.microsoft.com/office/drawing/2010/main" val="0"/>
              </a:ext>
            </a:extLst>
          </a:blip>
          <a:srcRect l="19821" t="16889" r="8159" b="51822"/>
          <a:stretch>
            <a:fillRect/>
          </a:stretch>
        </p:blipFill>
        <p:spPr>
          <a:xfrm rot="5400000">
            <a:off x="5902131" y="1442909"/>
            <a:ext cx="6483096" cy="3981332"/>
          </a:xfrm>
          <a:prstGeom prst="rect">
            <a:avLst/>
          </a:prstGeom>
          <a:ln>
            <a:solidFill>
              <a:schemeClr val="tx1"/>
            </a:solidFill>
          </a:ln>
        </p:spPr>
      </p:pic>
    </p:spTree>
    <p:extLst>
      <p:ext uri="{BB962C8B-B14F-4D97-AF65-F5344CB8AC3E}">
        <p14:creationId xmlns:p14="http://schemas.microsoft.com/office/powerpoint/2010/main" val="214669595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תיבת טקסט 4">
            <a:extLst>
              <a:ext uri="{FF2B5EF4-FFF2-40B4-BE49-F238E27FC236}">
                <a16:creationId xmlns:a16="http://schemas.microsoft.com/office/drawing/2014/main" id="{1CB743C6-0F55-0F35-CD33-134710B3B7E0}"/>
              </a:ext>
            </a:extLst>
          </p:cNvPr>
          <p:cNvSpPr txBox="1"/>
          <p:nvPr/>
        </p:nvSpPr>
        <p:spPr>
          <a:xfrm>
            <a:off x="3428999" y="6455665"/>
            <a:ext cx="3410713" cy="307777"/>
          </a:xfrm>
          <a:prstGeom prst="rect">
            <a:avLst/>
          </a:prstGeom>
          <a:noFill/>
        </p:spPr>
        <p:txBody>
          <a:bodyPr wrap="square" rtlCol="1">
            <a:spAutoFit/>
          </a:bodyPr>
          <a:lstStyle/>
          <a:p>
            <a:r>
              <a:rPr lang="he-IL" sz="1400" b="1" dirty="0"/>
              <a:t>את ענת אנכי מבקש, תשמ"ח, עמ' 156-170</a:t>
            </a:r>
          </a:p>
        </p:txBody>
      </p:sp>
      <p:pic>
        <p:nvPicPr>
          <p:cNvPr id="9" name="תמונה 8">
            <a:extLst>
              <a:ext uri="{FF2B5EF4-FFF2-40B4-BE49-F238E27FC236}">
                <a16:creationId xmlns:a16="http://schemas.microsoft.com/office/drawing/2014/main" id="{14956803-4FF8-441C-9600-43D304E67083}"/>
              </a:ext>
            </a:extLst>
          </p:cNvPr>
          <p:cNvPicPr>
            <a:picLocks noChangeAspect="1"/>
          </p:cNvPicPr>
          <p:nvPr/>
        </p:nvPicPr>
        <p:blipFill>
          <a:blip r:embed="rId2">
            <a:extLst>
              <a:ext uri="{28A0092B-C50C-407E-A947-70E740481C1C}">
                <a14:useLocalDpi xmlns:a14="http://schemas.microsoft.com/office/drawing/2010/main" val="0"/>
              </a:ext>
            </a:extLst>
          </a:blip>
          <a:srcRect l="19468" t="13378" r="20760" b="55556"/>
          <a:stretch>
            <a:fillRect/>
          </a:stretch>
        </p:blipFill>
        <p:spPr>
          <a:xfrm rot="5400000">
            <a:off x="2848794" y="1029550"/>
            <a:ext cx="6213831" cy="4565246"/>
          </a:xfrm>
          <a:prstGeom prst="rect">
            <a:avLst/>
          </a:prstGeom>
          <a:ln>
            <a:solidFill>
              <a:schemeClr val="tx1"/>
            </a:solidFill>
          </a:ln>
        </p:spPr>
      </p:pic>
    </p:spTree>
    <p:extLst>
      <p:ext uri="{BB962C8B-B14F-4D97-AF65-F5344CB8AC3E}">
        <p14:creationId xmlns:p14="http://schemas.microsoft.com/office/powerpoint/2010/main" val="199281928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E36A13-F139-A01E-566D-F33A8249B383}"/>
            </a:ext>
          </a:extLst>
        </p:cNvPr>
        <p:cNvGrpSpPr/>
        <p:nvPr/>
      </p:nvGrpSpPr>
      <p:grpSpPr>
        <a:xfrm>
          <a:off x="0" y="0"/>
          <a:ext cx="0" cy="0"/>
          <a:chOff x="0" y="0"/>
          <a:chExt cx="0" cy="0"/>
        </a:xfrm>
      </p:grpSpPr>
      <p:pic>
        <p:nvPicPr>
          <p:cNvPr id="3" name="תמונה 2">
            <a:extLst>
              <a:ext uri="{FF2B5EF4-FFF2-40B4-BE49-F238E27FC236}">
                <a16:creationId xmlns:a16="http://schemas.microsoft.com/office/drawing/2014/main" id="{B69E2960-D8C7-2612-9AAD-1CC66F3B003C}"/>
              </a:ext>
            </a:extLst>
          </p:cNvPr>
          <p:cNvPicPr>
            <a:picLocks noChangeAspect="1"/>
          </p:cNvPicPr>
          <p:nvPr/>
        </p:nvPicPr>
        <p:blipFill>
          <a:blip r:embed="rId2">
            <a:extLst>
              <a:ext uri="{28A0092B-C50C-407E-A947-70E740481C1C}">
                <a14:useLocalDpi xmlns:a14="http://schemas.microsoft.com/office/drawing/2010/main" val="0"/>
              </a:ext>
            </a:extLst>
          </a:blip>
          <a:srcRect l="19468" t="47955" r="7594" b="20979"/>
          <a:stretch>
            <a:fillRect/>
          </a:stretch>
        </p:blipFill>
        <p:spPr>
          <a:xfrm rot="5400000">
            <a:off x="-243995" y="1384711"/>
            <a:ext cx="6545886" cy="3941065"/>
          </a:xfrm>
          <a:prstGeom prst="rect">
            <a:avLst/>
          </a:prstGeom>
          <a:ln>
            <a:solidFill>
              <a:schemeClr val="tx1"/>
            </a:solidFill>
          </a:ln>
        </p:spPr>
      </p:pic>
      <p:pic>
        <p:nvPicPr>
          <p:cNvPr id="7" name="תמונה 6">
            <a:extLst>
              <a:ext uri="{FF2B5EF4-FFF2-40B4-BE49-F238E27FC236}">
                <a16:creationId xmlns:a16="http://schemas.microsoft.com/office/drawing/2014/main" id="{606E5EC1-BCEA-70ED-D09E-392B65C0E8A4}"/>
              </a:ext>
            </a:extLst>
          </p:cNvPr>
          <p:cNvPicPr>
            <a:picLocks noChangeAspect="1"/>
          </p:cNvPicPr>
          <p:nvPr/>
        </p:nvPicPr>
        <p:blipFill>
          <a:blip r:embed="rId2">
            <a:extLst>
              <a:ext uri="{28A0092B-C50C-407E-A947-70E740481C1C}">
                <a14:useLocalDpi xmlns:a14="http://schemas.microsoft.com/office/drawing/2010/main" val="0"/>
              </a:ext>
            </a:extLst>
          </a:blip>
          <a:srcRect l="85463" t="13378" r="7594" b="55556"/>
          <a:stretch>
            <a:fillRect/>
          </a:stretch>
        </p:blipFill>
        <p:spPr>
          <a:xfrm rot="5400000">
            <a:off x="8884813" y="-844697"/>
            <a:ext cx="640080" cy="4048553"/>
          </a:xfrm>
          <a:prstGeom prst="rect">
            <a:avLst/>
          </a:prstGeom>
          <a:ln>
            <a:solidFill>
              <a:schemeClr val="tx1"/>
            </a:solidFill>
          </a:ln>
        </p:spPr>
      </p:pic>
      <p:sp>
        <p:nvSpPr>
          <p:cNvPr id="4" name="תיבת טקסט 3">
            <a:extLst>
              <a:ext uri="{FF2B5EF4-FFF2-40B4-BE49-F238E27FC236}">
                <a16:creationId xmlns:a16="http://schemas.microsoft.com/office/drawing/2014/main" id="{3C0352AE-3EAA-5495-30D2-8911937810F5}"/>
              </a:ext>
            </a:extLst>
          </p:cNvPr>
          <p:cNvSpPr txBox="1"/>
          <p:nvPr/>
        </p:nvSpPr>
        <p:spPr>
          <a:xfrm>
            <a:off x="7963348" y="173957"/>
            <a:ext cx="2489785" cy="338554"/>
          </a:xfrm>
          <a:prstGeom prst="rect">
            <a:avLst/>
          </a:prstGeom>
          <a:solidFill>
            <a:srgbClr val="FFFF00"/>
          </a:solidFill>
          <a:ln>
            <a:solidFill>
              <a:schemeClr val="tx1"/>
            </a:solidFill>
          </a:ln>
        </p:spPr>
        <p:txBody>
          <a:bodyPr wrap="none" rtlCol="1">
            <a:spAutoFit/>
          </a:bodyPr>
          <a:lstStyle/>
          <a:p>
            <a:r>
              <a:rPr lang="he-IL" sz="1600" b="1" dirty="0"/>
              <a:t>'סובלנות וקנאות בברור חיל'</a:t>
            </a:r>
          </a:p>
        </p:txBody>
      </p:sp>
    </p:spTree>
    <p:extLst>
      <p:ext uri="{BB962C8B-B14F-4D97-AF65-F5344CB8AC3E}">
        <p14:creationId xmlns:p14="http://schemas.microsoft.com/office/powerpoint/2010/main" val="348822479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תמונה 2">
            <a:extLst>
              <a:ext uri="{FF2B5EF4-FFF2-40B4-BE49-F238E27FC236}">
                <a16:creationId xmlns:a16="http://schemas.microsoft.com/office/drawing/2014/main" id="{01DBF94F-E524-3DE5-B8AB-E61F2F7C1166}"/>
              </a:ext>
            </a:extLst>
          </p:cNvPr>
          <p:cNvPicPr>
            <a:picLocks noChangeAspect="1"/>
          </p:cNvPicPr>
          <p:nvPr/>
        </p:nvPicPr>
        <p:blipFill>
          <a:blip r:embed="rId2">
            <a:extLst>
              <a:ext uri="{28A0092B-C50C-407E-A947-70E740481C1C}">
                <a14:useLocalDpi xmlns:a14="http://schemas.microsoft.com/office/drawing/2010/main" val="0"/>
              </a:ext>
            </a:extLst>
          </a:blip>
          <a:srcRect l="20827" t="52667" r="7752" b="16578"/>
          <a:stretch>
            <a:fillRect/>
          </a:stretch>
        </p:blipFill>
        <p:spPr>
          <a:xfrm rot="5400000">
            <a:off x="-231276" y="1395614"/>
            <a:ext cx="6588106" cy="4010244"/>
          </a:xfrm>
          <a:prstGeom prst="rect">
            <a:avLst/>
          </a:prstGeom>
          <a:ln>
            <a:solidFill>
              <a:schemeClr val="tx1"/>
            </a:solidFill>
          </a:ln>
        </p:spPr>
      </p:pic>
      <p:pic>
        <p:nvPicPr>
          <p:cNvPr id="5" name="תמונה 4">
            <a:extLst>
              <a:ext uri="{FF2B5EF4-FFF2-40B4-BE49-F238E27FC236}">
                <a16:creationId xmlns:a16="http://schemas.microsoft.com/office/drawing/2014/main" id="{06C9D127-8C5B-91F2-7462-4D37A092B200}"/>
              </a:ext>
            </a:extLst>
          </p:cNvPr>
          <p:cNvPicPr>
            <a:picLocks noChangeAspect="1"/>
          </p:cNvPicPr>
          <p:nvPr/>
        </p:nvPicPr>
        <p:blipFill>
          <a:blip r:embed="rId2">
            <a:extLst>
              <a:ext uri="{28A0092B-C50C-407E-A947-70E740481C1C}">
                <a14:useLocalDpi xmlns:a14="http://schemas.microsoft.com/office/drawing/2010/main" val="0"/>
              </a:ext>
            </a:extLst>
          </a:blip>
          <a:srcRect l="19686" t="18222" r="7752" b="51022"/>
          <a:stretch>
            <a:fillRect/>
          </a:stretch>
        </p:blipFill>
        <p:spPr>
          <a:xfrm rot="5400000">
            <a:off x="5866712" y="1427156"/>
            <a:ext cx="6588105" cy="3947161"/>
          </a:xfrm>
          <a:prstGeom prst="rect">
            <a:avLst/>
          </a:prstGeom>
          <a:ln>
            <a:solidFill>
              <a:schemeClr val="tx1"/>
            </a:solidFill>
          </a:ln>
        </p:spPr>
      </p:pic>
    </p:spTree>
    <p:extLst>
      <p:ext uri="{BB962C8B-B14F-4D97-AF65-F5344CB8AC3E}">
        <p14:creationId xmlns:p14="http://schemas.microsoft.com/office/powerpoint/2010/main" val="105307946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תמונה 2">
            <a:extLst>
              <a:ext uri="{FF2B5EF4-FFF2-40B4-BE49-F238E27FC236}">
                <a16:creationId xmlns:a16="http://schemas.microsoft.com/office/drawing/2014/main" id="{2FC881B0-2B36-3E54-674A-F7A6F14C7714}"/>
              </a:ext>
            </a:extLst>
          </p:cNvPr>
          <p:cNvPicPr>
            <a:picLocks noChangeAspect="1"/>
          </p:cNvPicPr>
          <p:nvPr/>
        </p:nvPicPr>
        <p:blipFill>
          <a:blip r:embed="rId3">
            <a:extLst>
              <a:ext uri="{28A0092B-C50C-407E-A947-70E740481C1C}">
                <a14:useLocalDpi xmlns:a14="http://schemas.microsoft.com/office/drawing/2010/main" val="0"/>
              </a:ext>
            </a:extLst>
          </a:blip>
          <a:srcRect l="19968" t="43066" r="7217" b="26578"/>
          <a:stretch>
            <a:fillRect/>
          </a:stretch>
        </p:blipFill>
        <p:spPr>
          <a:xfrm rot="5400000">
            <a:off x="-301136" y="1450234"/>
            <a:ext cx="6572129" cy="3872833"/>
          </a:xfrm>
          <a:prstGeom prst="rect">
            <a:avLst/>
          </a:prstGeom>
          <a:ln>
            <a:solidFill>
              <a:schemeClr val="tx1"/>
            </a:solidFill>
          </a:ln>
        </p:spPr>
      </p:pic>
      <p:pic>
        <p:nvPicPr>
          <p:cNvPr id="5" name="תמונה 4">
            <a:extLst>
              <a:ext uri="{FF2B5EF4-FFF2-40B4-BE49-F238E27FC236}">
                <a16:creationId xmlns:a16="http://schemas.microsoft.com/office/drawing/2014/main" id="{FC6B1F2A-A664-CE6F-E3C5-355D2D63DFDA}"/>
              </a:ext>
            </a:extLst>
          </p:cNvPr>
          <p:cNvPicPr>
            <a:picLocks noChangeAspect="1"/>
          </p:cNvPicPr>
          <p:nvPr/>
        </p:nvPicPr>
        <p:blipFill>
          <a:blip r:embed="rId3">
            <a:extLst>
              <a:ext uri="{28A0092B-C50C-407E-A947-70E740481C1C}">
                <a14:useLocalDpi xmlns:a14="http://schemas.microsoft.com/office/drawing/2010/main" val="0"/>
              </a:ext>
            </a:extLst>
          </a:blip>
          <a:srcRect l="20107" t="8222" r="8282" b="61423"/>
          <a:stretch>
            <a:fillRect/>
          </a:stretch>
        </p:blipFill>
        <p:spPr>
          <a:xfrm rot="5400000">
            <a:off x="5888415" y="1417643"/>
            <a:ext cx="6572129" cy="3938017"/>
          </a:xfrm>
          <a:prstGeom prst="rect">
            <a:avLst/>
          </a:prstGeom>
          <a:ln>
            <a:solidFill>
              <a:schemeClr val="tx1"/>
            </a:solidFill>
          </a:ln>
        </p:spPr>
      </p:pic>
    </p:spTree>
    <p:extLst>
      <p:ext uri="{BB962C8B-B14F-4D97-AF65-F5344CB8AC3E}">
        <p14:creationId xmlns:p14="http://schemas.microsoft.com/office/powerpoint/2010/main" val="145660396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תמונה 2">
            <a:extLst>
              <a:ext uri="{FF2B5EF4-FFF2-40B4-BE49-F238E27FC236}">
                <a16:creationId xmlns:a16="http://schemas.microsoft.com/office/drawing/2014/main" id="{88ECA1C6-C550-72F6-04D9-0450D88D6AD9}"/>
              </a:ext>
            </a:extLst>
          </p:cNvPr>
          <p:cNvPicPr>
            <a:picLocks noChangeAspect="1"/>
          </p:cNvPicPr>
          <p:nvPr/>
        </p:nvPicPr>
        <p:blipFill>
          <a:blip r:embed="rId2">
            <a:extLst>
              <a:ext uri="{28A0092B-C50C-407E-A947-70E740481C1C}">
                <a14:useLocalDpi xmlns:a14="http://schemas.microsoft.com/office/drawing/2010/main" val="0"/>
              </a:ext>
            </a:extLst>
          </a:blip>
          <a:srcRect l="18337" t="53511" r="8348" b="16311"/>
          <a:stretch>
            <a:fillRect/>
          </a:stretch>
        </p:blipFill>
        <p:spPr>
          <a:xfrm rot="5400000">
            <a:off x="-332211" y="1485880"/>
            <a:ext cx="6603714" cy="3842268"/>
          </a:xfrm>
          <a:prstGeom prst="rect">
            <a:avLst/>
          </a:prstGeom>
          <a:ln>
            <a:solidFill>
              <a:schemeClr val="tx1"/>
            </a:solidFill>
          </a:ln>
        </p:spPr>
      </p:pic>
      <p:pic>
        <p:nvPicPr>
          <p:cNvPr id="5" name="תמונה 4">
            <a:extLst>
              <a:ext uri="{FF2B5EF4-FFF2-40B4-BE49-F238E27FC236}">
                <a16:creationId xmlns:a16="http://schemas.microsoft.com/office/drawing/2014/main" id="{8B85FE9F-F16D-0565-069C-7017F438E0E4}"/>
              </a:ext>
            </a:extLst>
          </p:cNvPr>
          <p:cNvPicPr>
            <a:picLocks noChangeAspect="1"/>
          </p:cNvPicPr>
          <p:nvPr/>
        </p:nvPicPr>
        <p:blipFill>
          <a:blip r:embed="rId2">
            <a:extLst>
              <a:ext uri="{28A0092B-C50C-407E-A947-70E740481C1C}">
                <a14:useLocalDpi xmlns:a14="http://schemas.microsoft.com/office/drawing/2010/main" val="0"/>
              </a:ext>
            </a:extLst>
          </a:blip>
          <a:srcRect l="18337" t="17422" r="8348" b="51289"/>
          <a:stretch>
            <a:fillRect/>
          </a:stretch>
        </p:blipFill>
        <p:spPr>
          <a:xfrm rot="5400000">
            <a:off x="5849763" y="1415146"/>
            <a:ext cx="6603713" cy="3983736"/>
          </a:xfrm>
          <a:prstGeom prst="rect">
            <a:avLst/>
          </a:prstGeom>
          <a:ln>
            <a:solidFill>
              <a:schemeClr val="tx1"/>
            </a:solidFill>
          </a:ln>
        </p:spPr>
      </p:pic>
    </p:spTree>
    <p:extLst>
      <p:ext uri="{BB962C8B-B14F-4D97-AF65-F5344CB8AC3E}">
        <p14:creationId xmlns:p14="http://schemas.microsoft.com/office/powerpoint/2010/main" val="96328800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תיבת טקסט 2">
            <a:extLst>
              <a:ext uri="{FF2B5EF4-FFF2-40B4-BE49-F238E27FC236}">
                <a16:creationId xmlns:a16="http://schemas.microsoft.com/office/drawing/2014/main" id="{983D8883-302B-EE56-EB10-EA5F025392A2}"/>
              </a:ext>
            </a:extLst>
          </p:cNvPr>
          <p:cNvSpPr txBox="1"/>
          <p:nvPr/>
        </p:nvSpPr>
        <p:spPr>
          <a:xfrm>
            <a:off x="3664074" y="6318506"/>
            <a:ext cx="3410713" cy="307777"/>
          </a:xfrm>
          <a:prstGeom prst="rect">
            <a:avLst/>
          </a:prstGeom>
          <a:noFill/>
        </p:spPr>
        <p:txBody>
          <a:bodyPr wrap="square" rtlCol="1">
            <a:spAutoFit/>
          </a:bodyPr>
          <a:lstStyle/>
          <a:p>
            <a:r>
              <a:rPr lang="he-IL" sz="1400" b="1" dirty="0"/>
              <a:t>את ענת אנכי מבקש, תשמ"ח, עמ' 170-178</a:t>
            </a:r>
          </a:p>
        </p:txBody>
      </p:sp>
      <p:pic>
        <p:nvPicPr>
          <p:cNvPr id="9" name="תמונה 8">
            <a:extLst>
              <a:ext uri="{FF2B5EF4-FFF2-40B4-BE49-F238E27FC236}">
                <a16:creationId xmlns:a16="http://schemas.microsoft.com/office/drawing/2014/main" id="{7A5D2FAF-A4A4-783C-5305-A87B4DC35B58}"/>
              </a:ext>
            </a:extLst>
          </p:cNvPr>
          <p:cNvPicPr>
            <a:picLocks noChangeAspect="1"/>
          </p:cNvPicPr>
          <p:nvPr/>
        </p:nvPicPr>
        <p:blipFill>
          <a:blip r:embed="rId2">
            <a:extLst>
              <a:ext uri="{28A0092B-C50C-407E-A947-70E740481C1C}">
                <a14:useLocalDpi xmlns:a14="http://schemas.microsoft.com/office/drawing/2010/main" val="0"/>
              </a:ext>
            </a:extLst>
          </a:blip>
          <a:srcRect l="19972" t="16831" r="17143" b="52999"/>
          <a:stretch>
            <a:fillRect/>
          </a:stretch>
        </p:blipFill>
        <p:spPr>
          <a:xfrm rot="5400000">
            <a:off x="2935765" y="1126796"/>
            <a:ext cx="6187371" cy="4196049"/>
          </a:xfrm>
          <a:prstGeom prst="rect">
            <a:avLst/>
          </a:prstGeom>
          <a:ln>
            <a:solidFill>
              <a:schemeClr val="tx1"/>
            </a:solidFill>
          </a:ln>
        </p:spPr>
      </p:pic>
    </p:spTree>
    <p:extLst>
      <p:ext uri="{BB962C8B-B14F-4D97-AF65-F5344CB8AC3E}">
        <p14:creationId xmlns:p14="http://schemas.microsoft.com/office/powerpoint/2010/main" val="176454004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תמונה 2">
            <a:extLst>
              <a:ext uri="{FF2B5EF4-FFF2-40B4-BE49-F238E27FC236}">
                <a16:creationId xmlns:a16="http://schemas.microsoft.com/office/drawing/2014/main" id="{0E011519-1845-33AC-28B7-7635E392D009}"/>
              </a:ext>
            </a:extLst>
          </p:cNvPr>
          <p:cNvPicPr>
            <a:picLocks noChangeAspect="1"/>
          </p:cNvPicPr>
          <p:nvPr/>
        </p:nvPicPr>
        <p:blipFill>
          <a:blip r:embed="rId3">
            <a:extLst>
              <a:ext uri="{28A0092B-C50C-407E-A947-70E740481C1C}">
                <a14:useLocalDpi xmlns:a14="http://schemas.microsoft.com/office/drawing/2010/main" val="0"/>
              </a:ext>
            </a:extLst>
          </a:blip>
          <a:srcRect l="33509" t="41564" r="50347" b="22918"/>
          <a:stretch>
            <a:fillRect/>
          </a:stretch>
        </p:blipFill>
        <p:spPr>
          <a:xfrm>
            <a:off x="1100872" y="622573"/>
            <a:ext cx="4234803" cy="5751020"/>
          </a:xfrm>
          <a:prstGeom prst="rect">
            <a:avLst/>
          </a:prstGeom>
          <a:ln>
            <a:solidFill>
              <a:schemeClr val="tx1"/>
            </a:solidFill>
          </a:ln>
        </p:spPr>
      </p:pic>
      <p:pic>
        <p:nvPicPr>
          <p:cNvPr id="5" name="תמונה 4">
            <a:extLst>
              <a:ext uri="{FF2B5EF4-FFF2-40B4-BE49-F238E27FC236}">
                <a16:creationId xmlns:a16="http://schemas.microsoft.com/office/drawing/2014/main" id="{B5CEB066-416C-2E1B-FF66-DD183929C099}"/>
              </a:ext>
            </a:extLst>
          </p:cNvPr>
          <p:cNvPicPr>
            <a:picLocks noChangeAspect="1"/>
          </p:cNvPicPr>
          <p:nvPr/>
        </p:nvPicPr>
        <p:blipFill>
          <a:blip r:embed="rId3">
            <a:extLst>
              <a:ext uri="{28A0092B-C50C-407E-A947-70E740481C1C}">
                <a14:useLocalDpi xmlns:a14="http://schemas.microsoft.com/office/drawing/2010/main" val="0"/>
              </a:ext>
            </a:extLst>
          </a:blip>
          <a:srcRect l="33758" t="22633" r="50388" b="58055"/>
          <a:stretch>
            <a:fillRect/>
          </a:stretch>
        </p:blipFill>
        <p:spPr>
          <a:xfrm>
            <a:off x="7375016" y="622573"/>
            <a:ext cx="3790718" cy="2850381"/>
          </a:xfrm>
          <a:prstGeom prst="rect">
            <a:avLst/>
          </a:prstGeom>
          <a:ln>
            <a:solidFill>
              <a:schemeClr val="tx1"/>
            </a:solidFill>
          </a:ln>
        </p:spPr>
      </p:pic>
      <p:sp>
        <p:nvSpPr>
          <p:cNvPr id="6" name="תיבת טקסט 3">
            <a:extLst>
              <a:ext uri="{FF2B5EF4-FFF2-40B4-BE49-F238E27FC236}">
                <a16:creationId xmlns:a16="http://schemas.microsoft.com/office/drawing/2014/main" id="{349534E3-E656-60F5-FC81-1D5EA3A1D83A}"/>
              </a:ext>
            </a:extLst>
          </p:cNvPr>
          <p:cNvSpPr txBox="1"/>
          <p:nvPr/>
        </p:nvSpPr>
        <p:spPr>
          <a:xfrm>
            <a:off x="863344" y="6350508"/>
            <a:ext cx="3790719" cy="338328"/>
          </a:xfrm>
          <a:prstGeom prst="rect">
            <a:avLst/>
          </a:prstGeom>
          <a:noFill/>
        </p:spPr>
        <p:txBody>
          <a:bodyPr wrap="square" rtlCol="1">
            <a:noAutofit/>
          </a:bodyPr>
          <a:lstStyle/>
          <a:p>
            <a:pPr algn="r" rtl="1">
              <a:lnSpc>
                <a:spcPct val="115000"/>
              </a:lnSpc>
              <a:spcAft>
                <a:spcPts val="800"/>
              </a:spcAft>
              <a:buNone/>
            </a:pPr>
            <a:r>
              <a:rPr lang="he-IL" sz="1400" b="1" kern="1200" dirty="0">
                <a:solidFill>
                  <a:srgbClr val="000000"/>
                </a:solidFill>
                <a:effectLst/>
                <a:latin typeface="Aptos" panose="020B0004020202020204" pitchFamily="34" charset="0"/>
                <a:ea typeface="Aptos" panose="020B0004020202020204" pitchFamily="34" charset="0"/>
                <a:cs typeface="Arial" panose="020B0604020202020204" pitchFamily="34" charset="0"/>
              </a:rPr>
              <a:t>מתוך ריאיון: זרעים, </a:t>
            </a:r>
            <a:r>
              <a:rPr lang="he-IL" sz="1400" b="1" kern="1200" dirty="0" err="1">
                <a:solidFill>
                  <a:srgbClr val="000000"/>
                </a:solidFill>
                <a:effectLst/>
                <a:latin typeface="Aptos" panose="020B0004020202020204" pitchFamily="34" charset="0"/>
                <a:ea typeface="Aptos" panose="020B0004020202020204" pitchFamily="34" charset="0"/>
                <a:cs typeface="Arial" panose="020B0604020202020204" pitchFamily="34" charset="0"/>
              </a:rPr>
              <a:t>תפה</a:t>
            </a:r>
            <a:r>
              <a:rPr lang="he-IL" sz="1400" b="1" kern="1200" dirty="0">
                <a:solidFill>
                  <a:srgbClr val="000000"/>
                </a:solidFill>
                <a:effectLst/>
                <a:latin typeface="Aptos" panose="020B0004020202020204" pitchFamily="34" charset="0"/>
                <a:ea typeface="Aptos" panose="020B0004020202020204" pitchFamily="34" charset="0"/>
                <a:cs typeface="Arial" panose="020B0604020202020204" pitchFamily="34" charset="0"/>
              </a:rPr>
              <a:t> (אדרים תשמ"א), עמ' ה</a:t>
            </a:r>
            <a:r>
              <a:rPr lang="en-US" sz="1200" kern="100" dirty="0">
                <a:effectLst/>
                <a:latin typeface="Aptos" panose="020B0004020202020204" pitchFamily="34" charset="0"/>
                <a:ea typeface="Aptos" panose="020B0004020202020204" pitchFamily="34" charset="0"/>
                <a:cs typeface="Arial" panose="020B0604020202020204" pitchFamily="34" charset="0"/>
              </a:rPr>
              <a:t> </a:t>
            </a:r>
          </a:p>
        </p:txBody>
      </p:sp>
      <p:sp>
        <p:nvSpPr>
          <p:cNvPr id="8" name="תיבת טקסט 7">
            <a:extLst>
              <a:ext uri="{FF2B5EF4-FFF2-40B4-BE49-F238E27FC236}">
                <a16:creationId xmlns:a16="http://schemas.microsoft.com/office/drawing/2014/main" id="{B2285F88-CB8D-0ECF-6FFF-2054173AB248}"/>
              </a:ext>
            </a:extLst>
          </p:cNvPr>
          <p:cNvSpPr txBox="1"/>
          <p:nvPr/>
        </p:nvSpPr>
        <p:spPr>
          <a:xfrm>
            <a:off x="4071246" y="138053"/>
            <a:ext cx="4049507" cy="338554"/>
          </a:xfrm>
          <a:prstGeom prst="rect">
            <a:avLst/>
          </a:prstGeom>
          <a:solidFill>
            <a:srgbClr val="FFFF00"/>
          </a:solidFill>
          <a:ln>
            <a:solidFill>
              <a:schemeClr val="tx1"/>
            </a:solidFill>
          </a:ln>
        </p:spPr>
        <p:txBody>
          <a:bodyPr wrap="none" rtlCol="1">
            <a:spAutoFit/>
          </a:bodyPr>
          <a:lstStyle/>
          <a:p>
            <a:r>
              <a:rPr lang="he-IL" sz="1600" b="1" dirty="0"/>
              <a:t>הרב קוק – מנהיג שהורה את הדרך לציבור שלם</a:t>
            </a:r>
          </a:p>
        </p:txBody>
      </p:sp>
    </p:spTree>
    <p:extLst>
      <p:ext uri="{BB962C8B-B14F-4D97-AF65-F5344CB8AC3E}">
        <p14:creationId xmlns:p14="http://schemas.microsoft.com/office/powerpoint/2010/main" val="61067812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901" name="Rectangle 5"/>
          <p:cNvSpPr>
            <a:spLocks noChangeArrowheads="1"/>
          </p:cNvSpPr>
          <p:nvPr/>
        </p:nvSpPr>
        <p:spPr bwMode="auto">
          <a:xfrm>
            <a:off x="4764024" y="562566"/>
            <a:ext cx="2548519" cy="600164"/>
          </a:xfrm>
          <a:prstGeom prst="rect">
            <a:avLst/>
          </a:prstGeom>
          <a:solidFill>
            <a:srgbClr val="0000FF"/>
          </a:solidFill>
          <a:ln>
            <a:solidFill>
              <a:schemeClr val="tx1"/>
            </a:solidFill>
          </a:ln>
        </p:spPr>
        <p:txBody>
          <a:bodyPr wrap="square" anchor="ctr">
            <a:spAutoFit/>
          </a:bodyPr>
          <a:lstStyle/>
          <a:p>
            <a:pPr algn="ctr">
              <a:defRPr/>
            </a:pPr>
            <a:r>
              <a:rPr lang="he-IL" sz="3300" b="1" dirty="0">
                <a:solidFill>
                  <a:srgbClr val="FFFF00"/>
                </a:solidFill>
                <a:effectLst>
                  <a:outerShdw blurRad="38100" dist="38100" dir="2700000" algn="tl">
                    <a:srgbClr val="000000"/>
                  </a:outerShdw>
                </a:effectLst>
                <a:cs typeface="Guttman Stam" pitchFamily="2" charset="-79"/>
              </a:rPr>
              <a:t>"לאורו נלך"</a:t>
            </a:r>
          </a:p>
        </p:txBody>
      </p:sp>
      <p:sp>
        <p:nvSpPr>
          <p:cNvPr id="80902" name="Rectangle 6"/>
          <p:cNvSpPr>
            <a:spLocks noChangeArrowheads="1"/>
          </p:cNvSpPr>
          <p:nvPr/>
        </p:nvSpPr>
        <p:spPr bwMode="auto">
          <a:xfrm>
            <a:off x="2624279" y="5457998"/>
            <a:ext cx="6561534" cy="923330"/>
          </a:xfrm>
          <a:prstGeom prst="rect">
            <a:avLst/>
          </a:prstGeom>
          <a:solidFill>
            <a:srgbClr val="0000FF"/>
          </a:solidFill>
          <a:ln>
            <a:solidFill>
              <a:schemeClr val="tx1"/>
            </a:solidFill>
          </a:ln>
        </p:spPr>
        <p:txBody>
          <a:bodyPr anchor="ctr">
            <a:spAutoFit/>
          </a:bodyPr>
          <a:lstStyle/>
          <a:p>
            <a:pPr algn="ctr">
              <a:defRPr/>
            </a:pPr>
            <a:r>
              <a:rPr lang="he-IL" sz="2700" b="1" dirty="0">
                <a:solidFill>
                  <a:srgbClr val="FFFF00"/>
                </a:solidFill>
                <a:effectLst>
                  <a:outerShdw blurRad="38100" dist="38100" dir="2700000" algn="tl">
                    <a:srgbClr val="000000"/>
                  </a:outerShdw>
                </a:effectLst>
                <a:latin typeface="David" panose="020E0502060401010101" pitchFamily="34" charset="-79"/>
                <a:cs typeface="David" panose="020E0502060401010101" pitchFamily="34" charset="-79"/>
              </a:rPr>
              <a:t>"בנה ביתך כבתחילה וכונן מקדשך על מכונו, והראנו בבנינו ושמחנו </a:t>
            </a:r>
            <a:r>
              <a:rPr lang="he-IL" sz="2700" b="1" dirty="0" err="1">
                <a:solidFill>
                  <a:srgbClr val="FFFF00"/>
                </a:solidFill>
                <a:effectLst>
                  <a:outerShdw blurRad="38100" dist="38100" dir="2700000" algn="tl">
                    <a:srgbClr val="000000"/>
                  </a:outerShdw>
                </a:effectLst>
                <a:latin typeface="David" panose="020E0502060401010101" pitchFamily="34" charset="-79"/>
                <a:cs typeface="David" panose="020E0502060401010101" pitchFamily="34" charset="-79"/>
              </a:rPr>
              <a:t>בתקונו</a:t>
            </a:r>
            <a:r>
              <a:rPr lang="he-IL" sz="2700" b="1" dirty="0">
                <a:solidFill>
                  <a:srgbClr val="FFFF00"/>
                </a:solidFill>
                <a:effectLst>
                  <a:outerShdw blurRad="38100" dist="38100" dir="2700000" algn="tl">
                    <a:srgbClr val="000000"/>
                  </a:outerShdw>
                </a:effectLst>
                <a:latin typeface="David" panose="020E0502060401010101" pitchFamily="34" charset="-79"/>
                <a:cs typeface="David" panose="020E0502060401010101" pitchFamily="34" charset="-79"/>
              </a:rPr>
              <a:t>". </a:t>
            </a:r>
          </a:p>
        </p:txBody>
      </p:sp>
      <p:pic>
        <p:nvPicPr>
          <p:cNvPr id="114692" name="Picture 5" descr="degelisrael"/>
          <p:cNvPicPr>
            <a:picLocks noChangeAspect="1" noChangeArrowheads="1" noCrop="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65666" y="2601344"/>
            <a:ext cx="1304970" cy="9787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4693" name="Picture 6" descr="degelisrael"/>
          <p:cNvPicPr>
            <a:picLocks noChangeAspect="1" noChangeArrowheads="1" noCrop="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483054" y="2402872"/>
            <a:ext cx="1223070" cy="916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3975" name="Picture 7" descr="jerusalem_temple_model"/>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675114" y="1702170"/>
            <a:ext cx="6841772" cy="2916306"/>
          </a:xfrm>
          <a:prstGeom prst="rect">
            <a:avLst/>
          </a:prstGeom>
          <a:noFill/>
          <a:ln w="38100">
            <a:solidFill>
              <a:srgbClr val="FF3300"/>
            </a:solidFill>
            <a:miter lim="800000"/>
            <a:headEnd/>
            <a:tailEnd/>
          </a:ln>
          <a:extLst>
            <a:ext uri="{909E8E84-426E-40DD-AFC4-6F175D3DCCD1}">
              <a14:hiddenFill xmlns:a14="http://schemas.microsoft.com/office/drawing/2010/main">
                <a:solidFill>
                  <a:srgbClr val="FFFFFF"/>
                </a:solidFill>
              </a14:hiddenFill>
            </a:ext>
          </a:extLst>
        </p:spPr>
      </p:pic>
      <p:sp>
        <p:nvSpPr>
          <p:cNvPr id="83978" name="Text Box 10"/>
          <p:cNvSpPr txBox="1">
            <a:spLocks noChangeArrowheads="1"/>
          </p:cNvSpPr>
          <p:nvPr/>
        </p:nvSpPr>
        <p:spPr bwMode="auto">
          <a:xfrm>
            <a:off x="9209859" y="1500192"/>
            <a:ext cx="256802" cy="403957"/>
          </a:xfrm>
          <a:prstGeom prst="rect">
            <a:avLst/>
          </a:prstGeom>
          <a:noFill/>
          <a:ln>
            <a:noFill/>
          </a:ln>
          <a:effectLst/>
        </p:spPr>
        <p:txBody>
          <a:bodyPr wrap="none">
            <a:spAutoFit/>
          </a:bodyPr>
          <a:lstStyle/>
          <a:p>
            <a:pPr>
              <a:defRPr/>
            </a:pPr>
            <a:r>
              <a:rPr lang="he-IL" sz="2025" b="1" dirty="0">
                <a:solidFill>
                  <a:schemeClr val="bg1"/>
                </a:solidFill>
                <a:effectLst>
                  <a:outerShdw blurRad="38100" dist="38100" dir="2700000" algn="tl">
                    <a:srgbClr val="C0C0C0"/>
                  </a:outerShdw>
                </a:effectLst>
              </a:rPr>
              <a:t> </a:t>
            </a:r>
            <a:endParaRPr lang="en-US" sz="2025" dirty="0">
              <a:solidFill>
                <a:schemeClr val="bg1"/>
              </a:solidFill>
            </a:endParaRPr>
          </a:p>
        </p:txBody>
      </p:sp>
      <p:sp>
        <p:nvSpPr>
          <p:cNvPr id="11" name="TextBox 10"/>
          <p:cNvSpPr txBox="1">
            <a:spLocks noChangeArrowheads="1"/>
          </p:cNvSpPr>
          <p:nvPr/>
        </p:nvSpPr>
        <p:spPr bwMode="auto">
          <a:xfrm>
            <a:off x="5408084" y="3773403"/>
            <a:ext cx="1260398" cy="415498"/>
          </a:xfrm>
          <a:prstGeom prst="rect">
            <a:avLst/>
          </a:prstGeom>
          <a:solidFill>
            <a:srgbClr val="FF0000"/>
          </a:solidFill>
          <a:ln w="28575">
            <a:solidFill>
              <a:schemeClr val="tx1"/>
            </a:solidFill>
            <a:miter lim="800000"/>
            <a:headEnd/>
            <a:tailEnd/>
          </a:ln>
        </p:spPr>
        <p:txBody>
          <a:bodyPr wrap="square">
            <a:spAutoFit/>
          </a:bodyPr>
          <a:lstStyle>
            <a:lvl1pPr algn="r" rtl="1">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lgn="r" rtl="1">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lgn="r" rtl="1">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lgn="r" rtl="1">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lgn="r" rtl="1">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rtl="0">
              <a:spcBef>
                <a:spcPct val="0"/>
              </a:spcBef>
              <a:buFontTx/>
              <a:buNone/>
            </a:pPr>
            <a:r>
              <a:rPr lang="he-IL" altLang="he-IL" sz="2100" b="1" dirty="0">
                <a:solidFill>
                  <a:srgbClr val="FFFF00"/>
                </a:solidFill>
                <a:latin typeface="David" panose="020E0502060401010101" pitchFamily="34" charset="-79"/>
                <a:cs typeface="David" panose="020E0502060401010101" pitchFamily="34" charset="-79"/>
              </a:rPr>
              <a:t>בהצלחה!</a:t>
            </a:r>
          </a:p>
        </p:txBody>
      </p:sp>
    </p:spTree>
    <p:extLst>
      <p:ext uri="{BB962C8B-B14F-4D97-AF65-F5344CB8AC3E}">
        <p14:creationId xmlns:p14="http://schemas.microsoft.com/office/powerpoint/2010/main" val="145332026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7" presetClass="entr" presetSubtype="0" fill="hold" nodeType="clickEffect">
                                  <p:stCondLst>
                                    <p:cond delay="0"/>
                                  </p:stCondLst>
                                  <p:childTnLst>
                                    <p:set>
                                      <p:cBhvr>
                                        <p:cTn id="6" dur="1" fill="hold">
                                          <p:stCondLst>
                                            <p:cond delay="0"/>
                                          </p:stCondLst>
                                        </p:cTn>
                                        <p:tgtEl>
                                          <p:spTgt spid="83978">
                                            <p:txEl>
                                              <p:pRg st="0" end="0"/>
                                            </p:txEl>
                                          </p:spTgt>
                                        </p:tgtEl>
                                        <p:attrNameLst>
                                          <p:attrName>style.visibility</p:attrName>
                                        </p:attrNameLst>
                                      </p:cBhvr>
                                      <p:to>
                                        <p:strVal val="visible"/>
                                      </p:to>
                                    </p:set>
                                    <p:animEffect transition="in" filter="fade">
                                      <p:cBhvr>
                                        <p:cTn id="7" dur="5000"/>
                                        <p:tgtEl>
                                          <p:spTgt spid="83978">
                                            <p:txEl>
                                              <p:pRg st="0" end="0"/>
                                            </p:txEl>
                                          </p:spTgt>
                                        </p:tgtEl>
                                      </p:cBhvr>
                                    </p:animEffect>
                                    <p:anim calcmode="lin" valueType="num">
                                      <p:cBhvr>
                                        <p:cTn id="8" dur="5000" fill="hold"/>
                                        <p:tgtEl>
                                          <p:spTgt spid="83978">
                                            <p:txEl>
                                              <p:pRg st="0" end="0"/>
                                            </p:txEl>
                                          </p:spTgt>
                                        </p:tgtEl>
                                        <p:attrNameLst>
                                          <p:attrName>ppt_x</p:attrName>
                                        </p:attrNameLst>
                                      </p:cBhvr>
                                      <p:tavLst>
                                        <p:tav tm="0">
                                          <p:val>
                                            <p:strVal val="#ppt_x"/>
                                          </p:val>
                                        </p:tav>
                                        <p:tav tm="100000">
                                          <p:val>
                                            <p:strVal val="#ppt_x"/>
                                          </p:val>
                                        </p:tav>
                                      </p:tavLst>
                                    </p:anim>
                                    <p:anim calcmode="lin" valueType="num">
                                      <p:cBhvr>
                                        <p:cTn id="9" dur="5000" fill="hold"/>
                                        <p:tgtEl>
                                          <p:spTgt spid="83978">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7" presetClass="entr" presetSubtype="4" fill="hold" nodeType="clickEffect">
                                  <p:stCondLst>
                                    <p:cond delay="0"/>
                                  </p:stCondLst>
                                  <p:childTnLst>
                                    <p:set>
                                      <p:cBhvr>
                                        <p:cTn id="13" dur="1" fill="hold">
                                          <p:stCondLst>
                                            <p:cond delay="0"/>
                                          </p:stCondLst>
                                        </p:cTn>
                                        <p:tgtEl>
                                          <p:spTgt spid="80901">
                                            <p:txEl>
                                              <p:pRg st="0" end="0"/>
                                            </p:txEl>
                                          </p:spTgt>
                                        </p:tgtEl>
                                        <p:attrNameLst>
                                          <p:attrName>style.visibility</p:attrName>
                                        </p:attrNameLst>
                                      </p:cBhvr>
                                      <p:to>
                                        <p:strVal val="visible"/>
                                      </p:to>
                                    </p:set>
                                    <p:anim calcmode="lin" valueType="num">
                                      <p:cBhvr additive="base">
                                        <p:cTn id="14" dur="5000" fill="hold"/>
                                        <p:tgtEl>
                                          <p:spTgt spid="80901">
                                            <p:txEl>
                                              <p:pRg st="0" end="0"/>
                                            </p:txEl>
                                          </p:spTgt>
                                        </p:tgtEl>
                                        <p:attrNameLst>
                                          <p:attrName>ppt_x</p:attrName>
                                        </p:attrNameLst>
                                      </p:cBhvr>
                                      <p:tavLst>
                                        <p:tav tm="0">
                                          <p:val>
                                            <p:strVal val="#ppt_x"/>
                                          </p:val>
                                        </p:tav>
                                        <p:tav tm="100000">
                                          <p:val>
                                            <p:strVal val="#ppt_x"/>
                                          </p:val>
                                        </p:tav>
                                      </p:tavLst>
                                    </p:anim>
                                    <p:anim calcmode="lin" valueType="num">
                                      <p:cBhvr additive="base">
                                        <p:cTn id="15" dur="5000" fill="hold"/>
                                        <p:tgtEl>
                                          <p:spTgt spid="8090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6" fill="hold" nodeType="clickPar">
                      <p:stCondLst>
                        <p:cond delay="indefinite"/>
                      </p:stCondLst>
                      <p:childTnLst>
                        <p:par>
                          <p:cTn id="17" fill="hold" nodeType="withGroup">
                            <p:stCondLst>
                              <p:cond delay="0"/>
                            </p:stCondLst>
                            <p:childTnLst>
                              <p:par>
                                <p:cTn id="18" presetID="53" presetClass="entr" presetSubtype="0" fill="hold" nodeType="clickEffect">
                                  <p:stCondLst>
                                    <p:cond delay="0"/>
                                  </p:stCondLst>
                                  <p:childTnLst>
                                    <p:set>
                                      <p:cBhvr>
                                        <p:cTn id="19" dur="1" fill="hold">
                                          <p:stCondLst>
                                            <p:cond delay="0"/>
                                          </p:stCondLst>
                                        </p:cTn>
                                        <p:tgtEl>
                                          <p:spTgt spid="83975"/>
                                        </p:tgtEl>
                                        <p:attrNameLst>
                                          <p:attrName>style.visibility</p:attrName>
                                        </p:attrNameLst>
                                      </p:cBhvr>
                                      <p:to>
                                        <p:strVal val="visible"/>
                                      </p:to>
                                    </p:set>
                                    <p:anim calcmode="lin" valueType="num">
                                      <p:cBhvr>
                                        <p:cTn id="20" dur="5000" fill="hold"/>
                                        <p:tgtEl>
                                          <p:spTgt spid="83975"/>
                                        </p:tgtEl>
                                        <p:attrNameLst>
                                          <p:attrName>ppt_w</p:attrName>
                                        </p:attrNameLst>
                                      </p:cBhvr>
                                      <p:tavLst>
                                        <p:tav tm="0">
                                          <p:val>
                                            <p:fltVal val="0"/>
                                          </p:val>
                                        </p:tav>
                                        <p:tav tm="100000">
                                          <p:val>
                                            <p:strVal val="#ppt_w"/>
                                          </p:val>
                                        </p:tav>
                                      </p:tavLst>
                                    </p:anim>
                                    <p:anim calcmode="lin" valueType="num">
                                      <p:cBhvr>
                                        <p:cTn id="21" dur="5000" fill="hold"/>
                                        <p:tgtEl>
                                          <p:spTgt spid="83975"/>
                                        </p:tgtEl>
                                        <p:attrNameLst>
                                          <p:attrName>ppt_h</p:attrName>
                                        </p:attrNameLst>
                                      </p:cBhvr>
                                      <p:tavLst>
                                        <p:tav tm="0">
                                          <p:val>
                                            <p:fltVal val="0"/>
                                          </p:val>
                                        </p:tav>
                                        <p:tav tm="100000">
                                          <p:val>
                                            <p:strVal val="#ppt_h"/>
                                          </p:val>
                                        </p:tav>
                                      </p:tavLst>
                                    </p:anim>
                                    <p:animEffect transition="in" filter="fade">
                                      <p:cBhvr>
                                        <p:cTn id="22" dur="5000"/>
                                        <p:tgtEl>
                                          <p:spTgt spid="83975"/>
                                        </p:tgtEl>
                                      </p:cBhvr>
                                    </p:animEffect>
                                  </p:childTnLst>
                                </p:cTn>
                              </p:par>
                              <p:par>
                                <p:cTn id="23" presetID="15" presetClass="entr" presetSubtype="0" fill="hold" grpId="0" nodeType="withEffect">
                                  <p:stCondLst>
                                    <p:cond delay="0"/>
                                  </p:stCondLst>
                                  <p:childTnLst>
                                    <p:set>
                                      <p:cBhvr>
                                        <p:cTn id="24" dur="1" fill="hold">
                                          <p:stCondLst>
                                            <p:cond delay="0"/>
                                          </p:stCondLst>
                                        </p:cTn>
                                        <p:tgtEl>
                                          <p:spTgt spid="80902"/>
                                        </p:tgtEl>
                                        <p:attrNameLst>
                                          <p:attrName>style.visibility</p:attrName>
                                        </p:attrNameLst>
                                      </p:cBhvr>
                                      <p:to>
                                        <p:strVal val="visible"/>
                                      </p:to>
                                    </p:set>
                                    <p:anim calcmode="lin" valueType="num">
                                      <p:cBhvr>
                                        <p:cTn id="25" dur="5000" fill="hold"/>
                                        <p:tgtEl>
                                          <p:spTgt spid="80902"/>
                                        </p:tgtEl>
                                        <p:attrNameLst>
                                          <p:attrName>ppt_w</p:attrName>
                                        </p:attrNameLst>
                                      </p:cBhvr>
                                      <p:tavLst>
                                        <p:tav tm="0">
                                          <p:val>
                                            <p:fltVal val="0"/>
                                          </p:val>
                                        </p:tav>
                                        <p:tav tm="100000">
                                          <p:val>
                                            <p:strVal val="#ppt_w"/>
                                          </p:val>
                                        </p:tav>
                                      </p:tavLst>
                                    </p:anim>
                                    <p:anim calcmode="lin" valueType="num">
                                      <p:cBhvr>
                                        <p:cTn id="26" dur="5000" fill="hold"/>
                                        <p:tgtEl>
                                          <p:spTgt spid="80902"/>
                                        </p:tgtEl>
                                        <p:attrNameLst>
                                          <p:attrName>ppt_h</p:attrName>
                                        </p:attrNameLst>
                                      </p:cBhvr>
                                      <p:tavLst>
                                        <p:tav tm="0">
                                          <p:val>
                                            <p:fltVal val="0"/>
                                          </p:val>
                                        </p:tav>
                                        <p:tav tm="100000">
                                          <p:val>
                                            <p:strVal val="#ppt_h"/>
                                          </p:val>
                                        </p:tav>
                                      </p:tavLst>
                                    </p:anim>
                                    <p:anim calcmode="lin" valueType="num">
                                      <p:cBhvr>
                                        <p:cTn id="27" dur="5000" fill="hold"/>
                                        <p:tgtEl>
                                          <p:spTgt spid="80902"/>
                                        </p:tgtEl>
                                        <p:attrNameLst>
                                          <p:attrName>ppt_x</p:attrName>
                                        </p:attrNameLst>
                                      </p:cBhvr>
                                      <p:tavLst>
                                        <p:tav tm="0" fmla="#ppt_x+(cos(-2*pi*(1-$))*-#ppt_x-sin(-2*pi*(1-$))*(1-#ppt_y))*(1-$)">
                                          <p:val>
                                            <p:fltVal val="0"/>
                                          </p:val>
                                        </p:tav>
                                        <p:tav tm="100000">
                                          <p:val>
                                            <p:fltVal val="1"/>
                                          </p:val>
                                        </p:tav>
                                      </p:tavLst>
                                    </p:anim>
                                    <p:anim calcmode="lin" valueType="num">
                                      <p:cBhvr>
                                        <p:cTn id="28" dur="5000" fill="hold"/>
                                        <p:tgtEl>
                                          <p:spTgt spid="80902"/>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29" fill="hold">
                      <p:stCondLst>
                        <p:cond delay="indefinite"/>
                      </p:stCondLst>
                      <p:childTnLst>
                        <p:par>
                          <p:cTn id="30" fill="hold">
                            <p:stCondLst>
                              <p:cond delay="0"/>
                            </p:stCondLst>
                            <p:childTnLst>
                              <p:par>
                                <p:cTn id="31" presetID="23" presetClass="entr" presetSubtype="16" fill="hold" grpId="0" nodeType="clickEffect">
                                  <p:stCondLst>
                                    <p:cond delay="0"/>
                                  </p:stCondLst>
                                  <p:childTnLst>
                                    <p:set>
                                      <p:cBhvr>
                                        <p:cTn id="32" dur="1" fill="hold">
                                          <p:stCondLst>
                                            <p:cond delay="0"/>
                                          </p:stCondLst>
                                        </p:cTn>
                                        <p:tgtEl>
                                          <p:spTgt spid="11"/>
                                        </p:tgtEl>
                                        <p:attrNameLst>
                                          <p:attrName>style.visibility</p:attrName>
                                        </p:attrNameLst>
                                      </p:cBhvr>
                                      <p:to>
                                        <p:strVal val="visible"/>
                                      </p:to>
                                    </p:set>
                                    <p:anim calcmode="lin" valueType="num">
                                      <p:cBhvr>
                                        <p:cTn id="33" dur="5000" fill="hold"/>
                                        <p:tgtEl>
                                          <p:spTgt spid="11"/>
                                        </p:tgtEl>
                                        <p:attrNameLst>
                                          <p:attrName>ppt_w</p:attrName>
                                        </p:attrNameLst>
                                      </p:cBhvr>
                                      <p:tavLst>
                                        <p:tav tm="0">
                                          <p:val>
                                            <p:fltVal val="0"/>
                                          </p:val>
                                        </p:tav>
                                        <p:tav tm="100000">
                                          <p:val>
                                            <p:strVal val="#ppt_w"/>
                                          </p:val>
                                        </p:tav>
                                      </p:tavLst>
                                    </p:anim>
                                    <p:anim calcmode="lin" valueType="num">
                                      <p:cBhvr>
                                        <p:cTn id="34" dur="5000" fill="hold"/>
                                        <p:tgtEl>
                                          <p:spTgt spid="11"/>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902" grpId="0" animBg="1"/>
      <p:bldP spid="11" grpId="0" animBg="1"/>
    </p:bldLst>
  </p:timing>
</p:sld>
</file>

<file path=ppt/theme/theme1.xml><?xml version="1.0" encoding="utf-8"?>
<a:theme xmlns:a="http://schemas.openxmlformats.org/drawingml/2006/main" name="ערכת נושא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ערכת נושא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14153</TotalTime>
  <Words>1340</Words>
  <Application>Microsoft Office PowerPoint</Application>
  <PresentationFormat>מסך רחב</PresentationFormat>
  <Paragraphs>84</Paragraphs>
  <Slides>49</Slides>
  <Notes>3</Notes>
  <HiddenSlides>0</HiddenSlides>
  <MMClips>0</MMClips>
  <ScaleCrop>false</ScaleCrop>
  <HeadingPairs>
    <vt:vector size="6" baseType="variant">
      <vt:variant>
        <vt:lpstr>גופנים בשימוש</vt:lpstr>
      </vt:variant>
      <vt:variant>
        <vt:i4>6</vt:i4>
      </vt:variant>
      <vt:variant>
        <vt:lpstr>ערכת נושא</vt:lpstr>
      </vt:variant>
      <vt:variant>
        <vt:i4>1</vt:i4>
      </vt:variant>
      <vt:variant>
        <vt:lpstr>כותרות שקופיות</vt:lpstr>
      </vt:variant>
      <vt:variant>
        <vt:i4>49</vt:i4>
      </vt:variant>
    </vt:vector>
  </HeadingPairs>
  <TitlesOfParts>
    <vt:vector size="56" baseType="lpstr">
      <vt:lpstr>Aptos</vt:lpstr>
      <vt:lpstr>Aptos Display</vt:lpstr>
      <vt:lpstr>Arial</vt:lpstr>
      <vt:lpstr>David</vt:lpstr>
      <vt:lpstr>Guttman Stam</vt:lpstr>
      <vt:lpstr>SimonaPro</vt:lpstr>
      <vt:lpstr>ערכת נושא Office</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מצגת של PowerPoint‏</dc:title>
  <dc:creator>שמואל כץ</dc:creator>
  <cp:lastModifiedBy>שמואל כץ</cp:lastModifiedBy>
  <cp:revision>58</cp:revision>
  <dcterms:created xsi:type="dcterms:W3CDTF">2026-07-14T22:00:42Z</dcterms:created>
  <dcterms:modified xsi:type="dcterms:W3CDTF">2026-10-21T09:09:37Z</dcterms:modified>
</cp:coreProperties>
</file>